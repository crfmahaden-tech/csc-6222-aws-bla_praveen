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B2FD5C98-E41C-7FB7-30BD-8FEE09D41952}"/>
              </a:ext>
            </a:extLst>
          </p:cNvPr>
          <p:cNvSpPr txBox="1">
            <a:spLocks/>
          </p:cNvSpPr>
          <p:nvPr/>
        </p:nvSpPr>
        <p:spPr>
          <a:xfrm>
            <a:off x="227198" y="1048024"/>
            <a:ext cx="11615530" cy="2591422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2600" b="1">
                <a:solidFill>
                  <a:srgbClr val="FFFFFF"/>
                </a:solidFill>
                <a:latin typeface="Aptos"/>
              </a:defRPr>
            </a:pPr>
            <a:r>
              <a:rPr lang="en-IN" sz="6000" dirty="0">
                <a:solidFill>
                  <a:srgbClr val="FF0000"/>
                </a:solidFill>
              </a:rPr>
              <a:t>Amazon </a:t>
            </a:r>
            <a:r>
              <a:rPr lang="en-IN" sz="6000" dirty="0" err="1">
                <a:solidFill>
                  <a:srgbClr val="FF0000"/>
                </a:solidFill>
              </a:rPr>
              <a:t>Textract</a:t>
            </a:r>
            <a:r>
              <a:rPr lang="en-IN" sz="6000" dirty="0">
                <a:solidFill>
                  <a:srgbClr val="FF0000"/>
                </a:solidFill>
              </a:rPr>
              <a:t> – Introduction to Document AI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BFC83-AAB0-4FFB-DFC6-07BC60E41863}"/>
              </a:ext>
            </a:extLst>
          </p:cNvPr>
          <p:cNvSpPr txBox="1"/>
          <p:nvPr/>
        </p:nvSpPr>
        <p:spPr>
          <a:xfrm>
            <a:off x="3675983" y="3617140"/>
            <a:ext cx="7217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</a:rPr>
              <a:t>Presented by : Praveen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</a:rPr>
              <a:t>Faculty Advisor : Dr. Victor </a:t>
            </a:r>
            <a:r>
              <a:rPr lang="en-IN" sz="2400" dirty="0" err="1">
                <a:solidFill>
                  <a:srgbClr val="FF0000"/>
                </a:solidFill>
              </a:rPr>
              <a:t>Govindaswamy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966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AWS MACHINE LEARNING SERVICES  •  01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rPr dirty="0"/>
              <a:t>Amazon </a:t>
            </a:r>
            <a:r>
              <a:rPr dirty="0" err="1"/>
              <a:t>Textract</a:t>
            </a:r>
            <a:r>
              <a:rPr dirty="0"/>
              <a:t> – Introduction to Document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CDD5EF"/>
                </a:solidFill>
                <a:latin typeface="Aptos"/>
              </a:defRPr>
            </a:pPr>
            <a:r>
              <a:t>Text extraction, forms, tables, application integration, and document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1C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Extract text from documents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Forms and tables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Structured output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Document processing workflows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Human validation when needed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1C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VISUAL CONCEPT  |  Document upload → Textract → structured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Question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AI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Process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10193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INPUT  →  PROCESSING  →  USEFUL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CAD3ED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1E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6CFDD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This presentation introduces Amazon Textract and its role in extracting text and structured information from supported documents. It covers common workflows, practical considerations, and validation of extracted results.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CCD5ED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CCD5ED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02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How Amazon Textract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Text extraction, forms, tables, application integration, and document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Provide a supported document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Choose an analysis operation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Process text and layout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Extract forms or tables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Review structured 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Document processing pipeline.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Human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AI workflow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101937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SERVICE  →  WORKFLOW  →  APPLICATION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Textract processes supported document inputs and returns structured information according to the operation used. The document format, quality, layout, and selected API affect the result.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03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Text Detection and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Text extraction, forms, tables, application integration, and document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Printed text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Line and word information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Page structure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Confidence values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Output 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Scanned page with extracted text regions.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Query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Retrieve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101937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SERVICE  →  WORKFLOW  →  APPLICATION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Text extraction can identify words and lines from supported documents. Results should be reviewed for low-quality scans, unusual layouts, and other cases where recognition may be incomplete.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04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Forms and Key-Value Pairs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Text extraction, forms, tables, application integration, and document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Form fields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Key-value relationships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Field values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Confidence review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Downstream data mapping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Form field labels mapped to extracted values.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Understand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DIALOG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Respond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101937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Integrate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SERVICE  →  WORKFLOW  →  APPLICATION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Form analysis can help identify relationships between field labels and their values. Applications should validate extracted fields before using them for decisions or updating important records.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05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Table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Text extraction, forms, tables, application integration, and document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Rows and columns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Cell relationships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Tabular structure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Data normalization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Quality checks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Document table converted into structured rows and columns.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IMAGE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Input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Detect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01937"/>
                </a:solidFill>
                <a:latin typeface="Aptos"/>
              </a:defRPr>
            </a:pPr>
            <a:r>
              <a:t>LABELS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INPUT  →  SERVICE  → 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Table extraction helps represent document tables as structured data. Applications may need to normalize cell values and check whether row and column relationships were captured correctly.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AWS MACHINE LEARNING SERVICES  •  06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Textract – Hands-On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CDD5EF"/>
                </a:solidFill>
                <a:latin typeface="Aptos"/>
              </a:defRPr>
            </a:pPr>
            <a:r>
              <a:t>Text extraction, forms, tables, application integration, and document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1C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Select sample document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Run the course exercise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Inspect extracted output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Check forms and tables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Record observations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1C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VISUAL CONCEPT  |  Hands-on checklist with document and output preview.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IMAGE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Input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Detect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01937"/>
                </a:solidFill>
                <a:latin typeface="Aptos"/>
              </a:defRPr>
            </a:pPr>
            <a:r>
              <a:t>LABELS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INPUT  →  SERVICE  → 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CAD3ED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1E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6CFDD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A hands-on exercise gives learners experience submitting a sample document and reviewing the returned data. Use only approved sample documents and follow the course's current console or API steps.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CCD5ED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CCD5ED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07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Handling Complex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Text extraction, forms, tables, application integration, and document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Low-resolution scans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Rotated pages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Dense layouts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Handwriting and varied formats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Review uncertain fields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Document quality issues and validation workflow.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Upload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Text / forms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01937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INPUT  →  SERVICE  → 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Document quality and layout can affect extraction. Preprocessing, selecting the correct operation, and reviewing uncertain fields can help manage difficult cases, though results still require validation.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08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Integrating Textract into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Text extraction, forms, tables, application integration, and document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Upload or ingest documents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Call the appropriate API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Process the response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Store structured results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Handle failures safely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Application-to-Textract document workflow.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Upload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Text / forms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01937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INPUT  →  SERVICE  → 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A document-processing application typically ingests a document, invokes an appropriate Textract operation, processes the response, and stores results in a controlled system. Permissions and error handling should be designed from the beginning.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09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Security, Privacy and Data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Text extraction, forms, tables, application integration, and document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Least-privilege permissions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Approved document sources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Sensitive information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Retention requirements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Access and audit 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Secure document-processing architecture.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Input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Process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01937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INPUT  →  SERVICE  → 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Document workflows may process sensitive information. Apply least-privilege access, approved data-handling practices, suitable retention controls, and organizational compliance requirements.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Validating Extracted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Text extraction, forms, tables, application integration, and document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Confidence is not certainty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Check critical fields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Compare against source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Use review thresholds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Keep audit records when required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Extraction output → validation rules → approved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LEX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Intent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REKOGNITION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Vision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01937"/>
                </a:solidFill>
                <a:latin typeface="Aptos"/>
              </a:defRPr>
            </a:pPr>
            <a:r>
              <a:t>TEXTRACT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Documents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INPUT  →  SERVICE  → 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Extracted values should be validated before use in financial, legal, medical, or other consequential workflows. Confidence values can guide review but should not replace appropriate verification.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Comparing the Services in This Course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Text extraction, forms, tables, application integration, and document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A2I: human review workflows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Kendra: intelligent search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Lex: conversational interfaces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Rekognition: media analysis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Textract: document extraction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Five-service comparison by task and input type.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Concepts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Hands-on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01937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Quiz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INPUT  →  SERVICE  → 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The course section presents multiple AWS AI services with different purposes. Understanding their roles helps select a suitable service or combine components into a workflow, while checking current availability and service documentation.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AWS MACHINE LEARNING SERVICES  •  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Conclusion – Document Processing and Machine Learning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CDD5EF"/>
                </a:solidFill>
                <a:latin typeface="Aptos"/>
              </a:defRPr>
            </a:pPr>
            <a:r>
              <a:t>Text extraction, forms, tables, application integration, and document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1C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Understand Textract workflow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Extract text, forms and tables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Validate outputs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Protect document data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Choose services by use case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1C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VISUAL CONCEPT  |  End-to-end document AI workflow.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Question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AI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Process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10193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INPUT  →  PROCESSING  →  USEFUL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CAD3ED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1E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6CFDD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This presentation summarized Amazon Textract and connected it to the wider course section on AWS machine learning services. Reliable implementations combine appropriate service selection, validation, security, and monitoring.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CCD5ED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CCD5ED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1381</Words>
  <Application>Microsoft Office PowerPoint</Application>
  <PresentationFormat>Widescreen</PresentationFormat>
  <Paragraphs>267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Naga Mahadeva</cp:lastModifiedBy>
  <cp:revision>2</cp:revision>
  <dcterms:created xsi:type="dcterms:W3CDTF">2013-01-27T09:14:16Z</dcterms:created>
  <dcterms:modified xsi:type="dcterms:W3CDTF">2026-10-30T04:08:11Z</dcterms:modified>
  <cp:category/>
</cp:coreProperties>
</file>