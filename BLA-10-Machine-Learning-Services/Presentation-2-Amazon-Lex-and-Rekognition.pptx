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27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B0C2B20-AF06-9B54-177A-FF6F474A8B68}"/>
              </a:ext>
            </a:extLst>
          </p:cNvPr>
          <p:cNvSpPr txBox="1">
            <a:spLocks/>
          </p:cNvSpPr>
          <p:nvPr/>
        </p:nvSpPr>
        <p:spPr>
          <a:xfrm>
            <a:off x="227198" y="1048024"/>
            <a:ext cx="11615530" cy="2591422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2600" b="1">
                <a:solidFill>
                  <a:srgbClr val="FFFFFF"/>
                </a:solidFill>
                <a:latin typeface="Aptos"/>
              </a:defRPr>
            </a:pPr>
            <a:r>
              <a:rPr lang="en-IN" sz="6000" dirty="0">
                <a:solidFill>
                  <a:srgbClr val="FF0000"/>
                </a:solidFill>
              </a:rPr>
              <a:t>Amazon Lex and Conversational AI –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36CDCD-74A3-9224-94DB-AAEA7D38650A}"/>
              </a:ext>
            </a:extLst>
          </p:cNvPr>
          <p:cNvSpPr txBox="1"/>
          <p:nvPr/>
        </p:nvSpPr>
        <p:spPr>
          <a:xfrm>
            <a:off x="3675983" y="3617140"/>
            <a:ext cx="7217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</a:rPr>
              <a:t>Presented by : Praveen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</a:rPr>
              <a:t>Faculty Advisor : Dr. Victor </a:t>
            </a:r>
            <a:r>
              <a:rPr lang="en-IN" sz="2400" dirty="0" err="1">
                <a:solidFill>
                  <a:srgbClr val="FF0000"/>
                </a:solidFill>
              </a:rPr>
              <a:t>Govindaswamy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498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AWS MACHINE LEARNING SERVICES  •  01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rPr dirty="0"/>
              <a:t>Amazon Lex and Conversational AI –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CDD5EF"/>
                </a:solidFill>
                <a:latin typeface="Aptos"/>
              </a:defRPr>
            </a:pPr>
            <a:r>
              <a:t>Conversational AI, bot design, image and video analysis, and hands-on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Conversational interfaces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Text and speech experiences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Intent recognition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Dialog management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Fulfillment and integrations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VISUAL CONCEPT  |  Conversational AI application architecture.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Question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AI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Process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019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INPUT  →  PROCESSING  →  USEFUL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CAD3ED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1E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6CFDD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This presentation focuses on Amazon Lex and how conversational AI can support chatbots and voice-enabled applications. It follows the course topics and highlights the key concepts used to design and test a bot.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CCD5ED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CCD5E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Understanding Intents and Utterances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Conversational AI, bot design, image and video analysis, and hands-on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Intent represents user goal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Sample utterances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Recognize varied phrasing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Map requests to actions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Test ambiguous inputs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User utterances mapped to intents.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Human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AI workflow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01937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SERVICE  →  WORKFLOW  →  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An intent represents what a user wants to accomplish. Sample utterances provide examples of how users may express that goal, and testing helps reveal gaps in recognition.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Slots, Prompts and Required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Conversational AI, bot design, image and video analysis, and hands-on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Slots capture details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Slot types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Required versus optional fields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Prompts request missing data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Validate collected values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Dialog collecting name, date, or other required fields.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Query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Retrieve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01937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SERVICE  →  WORKFLOW  →  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Slots capture information needed to complete an intent. Prompts can request missing details, while validation helps ensure that collected values meet the application's requirements.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Dialog Management and Fulfillment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Conversational AI, bot design, image and video analysis, and hands-on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Dialog steps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Confirmation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Fulfillment logic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Error handling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User-friendly responses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Intent → collect slots → confirm → fulfill.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DIALOG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Respond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01937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SERVICE  →  WORKFLOW  →  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Dialog management organizes the conversation, while fulfillment performs the task after the required information is collected. Good design includes confirmation, error handling, and a clear next step for the user.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Amazon Lex – Hands-On Bot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Conversational AI, bot design, image and video analysis, and hands-on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Create or open a bot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Configure language settings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Add intents and utterances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Configure slots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Build and 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Bot configuration checklist and test loop.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Detect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A hands-on exercise helps learners understand the sequence of configuring and testing a Lex bot. Console labels and workflows may change, so follow the current AWS interface and course instructions.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AWS MACHINE LEARNING SERVICES  •  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Testing Conversational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CDD5EF"/>
                </a:solidFill>
                <a:latin typeface="Aptos"/>
              </a:defRPr>
            </a:pPr>
            <a:r>
              <a:t>Conversational AI, bot design, image and video analysis, and hands-on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Happy-path testing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Missing information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Unexpected responses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Ambiguous utterances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Fallback behavior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VISUAL CONCEPT  |  Conversation test cases with pass/fail outcomes.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Detect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CAD3ED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1E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6CFDD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Testing should cover both expected and unexpected user inputs. Reviewing fallback behavior and missing information helps make the bot more useful and less confusing.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CCD5ED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CCD5ED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Amazon Rekognition –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Conversational AI, bot design, image and video analysis, and hands-on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Image and video analysis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Labels and objects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Supported detection features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Structured API responses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Responsible 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Media input → Rekognition operation → structured output.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Upload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Text / forms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Amazon Rekognition analyzes supported image and video inputs and returns structured results. The chosen operation determines the type of analysis, and output should be validated for the intended use.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Amazon Rekognition – Hands-On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Conversational AI, bot design, image and video analysis, and hands-on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Choose supported operation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Provide sample image or video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Inspect response fields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Review confidence values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Validate results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Sample image analysis with output labels.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Upload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Text / forms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A practical exercise shows how to submit media to a supported operation and inspect the returned results. Learners should distinguish model output from verified facts and evaluate performance on representative samples.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Using Rekognition Results in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Conversational AI, bot design, image and video analysis, and hands-on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Parse API response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Display useful results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Handle errors and limits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Protect sensitive media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Monitor quality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Application consuming and displaying analysis results.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Process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Applications should handle API responses carefully, present results with appropriate context, and account for errors and service limits. Sensitive media should be protected according to policy and applicable law.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Comparing Lex and Rekognition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Conversational AI, bot design, image and video analysis, and hands-on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Lex: understand user requests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Rekognition: analyze media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Different input types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Different output structures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Combine only when useful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Lex conversation flow versus Rekognition media 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Intent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REKOGNITION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Vision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TEXTRACT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Lex and Rekognition serve different roles: Lex supports conversational interfaces, while Rekognition analyzes supported image and video inputs. They may be combined in a larger workflow when the use case requires both capabilities.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Mini Project – Conversational Media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Conversational AI, bot design, image and video analysis, and hands-on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User asks a question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Lex identifies intent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Application receives media input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Rekognition analyzes media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Application returns a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Chat interface connected to a media-analysis API.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Concepts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Hands-on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Quiz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A conceptual mini project can connect a conversational interface with a media-analysis workflow. The integration requires application logic, suitable permissions, error handling, and privacy review; it is not a built-in one-click integration.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AWS MACHINE LEARNING SERVICES  •  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Conclusion – Building and Testing AI Experiences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CDD5EF"/>
                </a:solidFill>
                <a:latin typeface="Aptos"/>
              </a:defRPr>
            </a:pPr>
            <a:r>
              <a:t>Conversational AI, bot design, image and video analysis, and hands-on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Design clear intents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Collect only needed details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Test varied conversations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Validate media-analysis results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Review security and privacy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VISUAL CONCEPT  |  Conversational AI and media-analysis learning roadmap.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Question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AI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Process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019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INPUT  →  PROCESSING  →  USEFUL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CAD3ED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1E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6CFDD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This presentation covered Lex dialog design and hands-on testing, Rekognition analysis workflows, and considerations for integrating AI capabilities into applications. Strong testing and responsible handling of data are essential.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CCD5ED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CCD5ED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1426</Words>
  <Application>Microsoft Office PowerPoint</Application>
  <PresentationFormat>Widescreen</PresentationFormat>
  <Paragraphs>267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 Mahadeva</cp:lastModifiedBy>
  <cp:revision>2</cp:revision>
  <dcterms:created xsi:type="dcterms:W3CDTF">2013-01-27T09:14:16Z</dcterms:created>
  <dcterms:modified xsi:type="dcterms:W3CDTF">2026-10-30T04:07:01Z</dcterms:modified>
  <cp:category/>
</cp:coreProperties>
</file>