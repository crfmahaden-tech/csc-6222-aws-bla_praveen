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52784-1A93-446A-9D5C-BAE565FBDCF6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DB692-A179-43EF-A99F-C007721D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78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482" y="1025718"/>
            <a:ext cx="10742212" cy="3450866"/>
          </a:xfrm>
        </p:spPr>
        <p:txBody>
          <a:bodyPr anchor="t">
            <a:no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rPr lang="en-US" sz="6000" dirty="0">
                <a:solidFill>
                  <a:srgbClr val="FF0000"/>
                </a:solidFill>
              </a:rPr>
              <a:t>Machine Learning Services on AWS – 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580F1-5F2C-1782-40E0-83E80CDC0535}"/>
              </a:ext>
            </a:extLst>
          </p:cNvPr>
          <p:cNvSpPr txBox="1"/>
          <p:nvPr/>
        </p:nvSpPr>
        <p:spPr>
          <a:xfrm>
            <a:off x="3675983" y="4556117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Presented by : 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0000"/>
                </a:solidFill>
              </a:rPr>
              <a:t>Faculty Advisor : Dr. Victor </a:t>
            </a:r>
            <a:r>
              <a:rPr lang="en-IN" sz="2400" dirty="0" err="1">
                <a:solidFill>
                  <a:srgbClr val="FF0000"/>
                </a:solidFill>
              </a:rPr>
              <a:t>Govindaswamy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AWS MACHINE LEARNING SERVICES  •  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rPr dirty="0"/>
              <a:t>Machine Learning Services on AWS –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DD5EF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AWS machine learning 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Amazon Augmented AI (A2I)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Amazon Kendra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Amazon Lex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Amazon Rekognition and Textract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VISUAL CONCEPT  |  AWS machine learning services overview diagram.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  →  PROCESSING  →  USEFUL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CAD3ED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1E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6CFD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This presentation introduces selected AWS machine learning services from the course section. It focuses on the service purpose, common workflows, and how these tools can support AI-enabled applications.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CCD5ED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CCD5E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Augmented AI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Human review workflows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Predictions requiring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Review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Confidence thresholds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Human-in-the-loop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Human-in-the-loop AI review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Human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AI workflow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SERVICE  →  WORKFLOW  → 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Amazon Augmented AI (A2I) supports human review workflows for eligible machine-learning predictions. Human review can help organizations check selected results and improve confidence in workflows where oversight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Augmented AI – Hands-On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Create a review workflow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Configure review conditions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Route selected predictions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Human reviewer tasks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Inspect reviewed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Prediction → review task → human decision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Query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Retrieve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SERVICE  →  WORKFLOW  → 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 hands-on workflow helps learners understand how review conditions and human tasks fit into an AI application. Exact steps depend on the AWS service integration and current service availability.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Kendra – Intelligent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Enterprise search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Natural-language questions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Relevant content retrieval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Connectors and data sources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Search experiences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Enterprise content → search index → relevant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DIALOG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Respond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SERVICE  →  WORKFLOW  → 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Amazon Kendra is an intelligent search service designed to help users find relevant information across connected content sources. Learners should review current service documentation and availability before planning new implementations.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Kendra – Search Workflow and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Index content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Connect data sources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Ask questions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Retrieve relevant passages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Evaluate search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Data sources → index → query →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 search workflow connects supported content sources to an index, processes user queries, and returns relevant results. Search quality depends on content, permissions, configuration, and evaluation.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AWS MACHINE LEARNING SERVICES  •  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Amazon Lex – Conversational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DD5EF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Chatbots and voice bots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Intent recognition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Slots and prompts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Dialog management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Application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VISUAL CONCEPT  |  Conversational bot dialog 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CAD3ED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1E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6CFD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Amazon Lex helps developers build conversational interfaces using speech and text. A bot commonly interprets an intent, collects required information, manages the dialog, and invokes application logic when configured.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CCD5ED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CCD5ED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Lex – Hands-On Bot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Define intents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Add sample utterances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Configure slots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Test dialog paths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Connect fulfillment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Intent → slots → fulfillment → response.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Upload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Text / forms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 practical Lex exercise demonstrates how to configure a bot and test its conversational behavior. Learners should check the bot's response for expected, missing, and ambiguous inputs.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Rekognition – Image and Video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Image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Object and scene labels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Face-related analysis capabilities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Video analysis options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Media input → analysis → labels or detections.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Upload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Text / forms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Amazon Rekognition provides image and video analysis capabilities. The exact features available depend on the API and Region; use these tools responsibly and follow applicable privacy, consent, and organizational policies.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Amazon Rekognition – Hands-On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Submit sample media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Run a supported analysis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Inspect labels or detections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Review confidence scores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Validate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Image analysis request and returned labels.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Hands-on practice helps learners see how a supported Rekognition operation processes media and returns structured results. Outputs should be checked against the task and should not be treated as infallible.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Comparing AWS AI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Augmented AI: human review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Kendra: intelligent search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Lex: conversational interfaces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Rekognition: image and video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Textract: document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Service-to-use-case comparison matrix.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Intent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REKOGNITION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Vision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TEXTRACT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These services address different tasks rather than serving as interchangeable products. Select a service based on the input data, expected output, workflow, governance requirements, and current AWS service availability.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AWS MACHINE LEARNING SERVICES  •  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1937"/>
                </a:solidFill>
                <a:latin typeface="Aptos"/>
              </a:defRPr>
            </a:pPr>
            <a:r>
              <a:t>Selecting the Right Service for a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66708E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32C48"/>
                </a:solidFill>
                <a:latin typeface="Aptos"/>
              </a:defRPr>
            </a:pPr>
            <a:r>
              <a:t>Define the business problem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Identify input and output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Check supported features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Consider data protection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232C48"/>
                </a:solidFill>
                <a:latin typeface="Aptos"/>
              </a:defRPr>
            </a:pPr>
            <a:r>
              <a:t>Test with representative samples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4AF5"/>
                </a:solidFill>
                <a:latin typeface="Aptos"/>
              </a:defRPr>
            </a:pPr>
            <a:r>
              <a:t>VISUAL CONCEPT  |  Use case → service fit → prototype → evaluation.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Concepts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Hands-on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101937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Quiz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32C48"/>
                </a:solidFill>
                <a:latin typeface="Aptos"/>
              </a:defRPr>
            </a:pPr>
            <a:r>
              <a:t>INPUT  →  SERVICE  → 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66708E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E7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704AF5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232C48"/>
                </a:solidFill>
                <a:latin typeface="Aptos"/>
              </a:defRPr>
            </a:pPr>
            <a:r>
              <a:t>A structured selection process starts with the use case and its constraints. A small evaluation using representative data can help determine whether a service is appropriate before a larger deployment.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66708E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66708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AWS MACHINE LEARNING SERVICES  •  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Summary – Human Review, Search and Conversational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CDD5EF"/>
                </a:solidFill>
                <a:latin typeface="Aptos"/>
              </a:defRPr>
            </a:pPr>
            <a:r>
              <a:t>Human review workflows, intelligent search, and the course note about service deprecation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4754880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83080"/>
            <a:ext cx="82296" cy="2880360"/>
          </a:xfrm>
          <a:prstGeom prst="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MAIN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0428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Understand each service purpose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16351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752344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Recognize typical workflows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64408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3200400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Practice with hands-on examples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3712464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648456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Validate outputs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160520"/>
            <a:ext cx="109728" cy="109728"/>
          </a:xfrm>
          <a:prstGeom prst="ellipse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9651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Check current service 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83080"/>
            <a:ext cx="5961888" cy="2880360"/>
          </a:xfrm>
          <a:prstGeom prst="roundRect">
            <a:avLst/>
          </a:prstGeom>
          <a:solidFill>
            <a:srgbClr val="1C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3852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6CFDD"/>
                </a:solidFill>
                <a:latin typeface="Aptos"/>
              </a:defRPr>
            </a:pPr>
            <a:r>
              <a:t>VISUAL CONCEPT  |  AWS AI service learning roadmap.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53328" y="2816352"/>
            <a:ext cx="1353312" cy="804672"/>
          </a:xfrm>
          <a:prstGeom prst="roundRect">
            <a:avLst/>
          </a:prstGeom>
          <a:solidFill>
            <a:srgbClr val="704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Question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26679" y="2816352"/>
            <a:ext cx="1353312" cy="804672"/>
          </a:xfrm>
          <a:prstGeom prst="roundRect">
            <a:avLst/>
          </a:prstGeom>
          <a:solidFill>
            <a:srgbClr val="2B7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ptos"/>
              </a:defRPr>
            </a:pPr>
            <a:r>
              <a:t>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79992" y="3218688"/>
            <a:ext cx="292608" cy="0"/>
          </a:xfrm>
          <a:prstGeom prst="line">
            <a:avLst/>
          </a:prstGeom>
          <a:ln w="25400">
            <a:solidFill>
              <a:srgbClr val="26CF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00032" y="2816352"/>
            <a:ext cx="1353312" cy="804672"/>
          </a:xfrm>
          <a:prstGeom prst="roundRect">
            <a:avLst/>
          </a:prstGeom>
          <a:solidFill>
            <a:srgbClr val="26C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45752" y="2953512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10193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218688"/>
            <a:ext cx="1261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0">
                <a:solidFill>
                  <a:srgbClr val="10193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9776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INPUT  →  PROCESSING  →  USEFUL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315968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CAD3ED"/>
                </a:solidFill>
                <a:latin typeface="Aptos"/>
              </a:defRPr>
            </a:pPr>
            <a:r>
              <a:t>Conceptual workflow illustration • not an AWS console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4965192"/>
            <a:ext cx="10954512" cy="1161288"/>
          </a:xfrm>
          <a:prstGeom prst="roundRect">
            <a:avLst/>
          </a:prstGeom>
          <a:solidFill>
            <a:srgbClr val="1E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111496"/>
            <a:ext cx="1143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6CFD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084064"/>
            <a:ext cx="92811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This presentation introduced Augmented AI, Kendra, Lex, Rekognition, and their typical workflows. The key takeaway is to match each service to a specific problem and validate results before production use.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CCD5ED"/>
                </a:solidFill>
                <a:latin typeface="Aptos"/>
              </a:defRPr>
            </a:pPr>
            <a:r>
              <a:t>AWS CERTIFICATION PROJECT  |  MACHINE LEARNING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CCD5E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1444</Words>
  <Application>Microsoft Office PowerPoint</Application>
  <PresentationFormat>Widescreen</PresentationFormat>
  <Paragraphs>268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 Mahadeva</cp:lastModifiedBy>
  <cp:revision>2</cp:revision>
  <dcterms:created xsi:type="dcterms:W3CDTF">2013-01-27T09:14:16Z</dcterms:created>
  <dcterms:modified xsi:type="dcterms:W3CDTF">2026-10-30T04:08:01Z</dcterms:modified>
  <cp:category/>
</cp:coreProperties>
</file>