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4"/>
  </p:notesMasterIdLst>
  <p:sldIdLst>
    <p:sldId id="2767" r:id="rId5"/>
    <p:sldId id="2768" r:id="rId6"/>
    <p:sldId id="2769" r:id="rId7"/>
    <p:sldId id="2770" r:id="rId8"/>
    <p:sldId id="2771" r:id="rId9"/>
    <p:sldId id="2772" r:id="rId10"/>
    <p:sldId id="2773" r:id="rId11"/>
    <p:sldId id="2774" r:id="rId12"/>
    <p:sldId id="277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3B0762-41C3-4646-A60B-DEDBDFEC1F66}" v="25" dt="2026-09-18T14:07:28.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95"/>
  </p:normalViewPr>
  <p:slideViewPr>
    <p:cSldViewPr snapToGrid="0">
      <p:cViewPr varScale="1">
        <p:scale>
          <a:sx n="120" d="100"/>
          <a:sy n="120" d="100"/>
        </p:scale>
        <p:origin x="12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a Mahadeva" userId="2d3d2e38f9c357bf" providerId="LiveId" clId="{89A268DB-4518-41DC-B1E4-35446A2DC78F}"/>
    <pc:docChg chg="undo custSel delSld modSld">
      <pc:chgData name="Naga Mahadeva" userId="2d3d2e38f9c357bf" providerId="LiveId" clId="{89A268DB-4518-41DC-B1E4-35446A2DC78F}" dt="2026-09-18T14:10:19.539" v="522" actId="27614"/>
      <pc:docMkLst>
        <pc:docMk/>
      </pc:docMkLst>
      <pc:sldChg chg="addSp modSp mod">
        <pc:chgData name="Naga Mahadeva" userId="2d3d2e38f9c357bf" providerId="LiveId" clId="{89A268DB-4518-41DC-B1E4-35446A2DC78F}" dt="2026-09-18T13:05:21.887" v="411" actId="20577"/>
        <pc:sldMkLst>
          <pc:docMk/>
          <pc:sldMk cId="4182614578" sldId="2767"/>
        </pc:sldMkLst>
        <pc:spChg chg="mod">
          <ac:chgData name="Naga Mahadeva" userId="2d3d2e38f9c357bf" providerId="LiveId" clId="{89A268DB-4518-41DC-B1E4-35446A2DC78F}" dt="2026-09-18T13:05:14.975" v="396"/>
          <ac:spMkLst>
            <pc:docMk/>
            <pc:sldMk cId="4182614578" sldId="2767"/>
            <ac:spMk id="3" creationId="{7604D864-A6BD-C75F-9B88-BAB58775ABDD}"/>
          </ac:spMkLst>
        </pc:spChg>
        <pc:spChg chg="mod">
          <ac:chgData name="Naga Mahadeva" userId="2d3d2e38f9c357bf" providerId="LiveId" clId="{89A268DB-4518-41DC-B1E4-35446A2DC78F}" dt="2026-09-18T13:05:21.887" v="411" actId="20577"/>
          <ac:spMkLst>
            <pc:docMk/>
            <pc:sldMk cId="4182614578" sldId="2767"/>
            <ac:spMk id="7" creationId="{396580F1-5F2C-1782-40E0-83E80CDC0535}"/>
          </ac:spMkLst>
        </pc:spChg>
      </pc:sldChg>
      <pc:sldChg chg="addSp delSp modSp mod">
        <pc:chgData name="Naga Mahadeva" userId="2d3d2e38f9c357bf" providerId="LiveId" clId="{89A268DB-4518-41DC-B1E4-35446A2DC78F}" dt="2026-09-18T13:12:30.696" v="431" actId="14100"/>
        <pc:sldMkLst>
          <pc:docMk/>
          <pc:sldMk cId="2523674139" sldId="2768"/>
        </pc:sldMkLst>
        <pc:spChg chg="mod">
          <ac:chgData name="Naga Mahadeva" userId="2d3d2e38f9c357bf" providerId="LiveId" clId="{89A268DB-4518-41DC-B1E4-35446A2DC78F}" dt="2026-09-18T13:05:42.299" v="413" actId="14100"/>
          <ac:spMkLst>
            <pc:docMk/>
            <pc:sldMk cId="2523674139" sldId="2768"/>
            <ac:spMk id="7" creationId="{28F859CA-7C72-396B-A011-01E1A52FC6AE}"/>
          </ac:spMkLst>
        </pc:spChg>
        <pc:spChg chg="mod">
          <ac:chgData name="Naga Mahadeva" userId="2d3d2e38f9c357bf" providerId="LiveId" clId="{89A268DB-4518-41DC-B1E4-35446A2DC78F}" dt="2026-09-18T13:06:14.661" v="418" actId="20577"/>
          <ac:spMkLst>
            <pc:docMk/>
            <pc:sldMk cId="2523674139" sldId="2768"/>
            <ac:spMk id="9" creationId="{40ADE7B3-947E-7624-EAA2-7BD216246076}"/>
          </ac:spMkLst>
        </pc:spChg>
        <pc:picChg chg="add mod">
          <ac:chgData name="Naga Mahadeva" userId="2d3d2e38f9c357bf" providerId="LiveId" clId="{89A268DB-4518-41DC-B1E4-35446A2DC78F}" dt="2026-09-18T13:12:30.696" v="431" actId="14100"/>
          <ac:picMkLst>
            <pc:docMk/>
            <pc:sldMk cId="2523674139" sldId="2768"/>
            <ac:picMk id="3" creationId="{6AEF52A0-4186-BE08-E15D-A8BEDDD11353}"/>
          </ac:picMkLst>
        </pc:picChg>
      </pc:sldChg>
      <pc:sldChg chg="addSp delSp modSp mod">
        <pc:chgData name="Naga Mahadeva" userId="2d3d2e38f9c357bf" providerId="LiveId" clId="{89A268DB-4518-41DC-B1E4-35446A2DC78F}" dt="2026-09-18T13:15:37.731" v="447" actId="14100"/>
        <pc:sldMkLst>
          <pc:docMk/>
          <pc:sldMk cId="501066885" sldId="2769"/>
        </pc:sldMkLst>
        <pc:spChg chg="mod">
          <ac:chgData name="Naga Mahadeva" userId="2d3d2e38f9c357bf" providerId="LiveId" clId="{89A268DB-4518-41DC-B1E4-35446A2DC78F}" dt="2026-09-18T13:13:52.109" v="438"/>
          <ac:spMkLst>
            <pc:docMk/>
            <pc:sldMk cId="501066885" sldId="2769"/>
            <ac:spMk id="7" creationId="{C78C6B7F-085C-9294-EFAC-03451D3A03E5}"/>
          </ac:spMkLst>
        </pc:spChg>
        <pc:spChg chg="mod">
          <ac:chgData name="Naga Mahadeva" userId="2d3d2e38f9c357bf" providerId="LiveId" clId="{89A268DB-4518-41DC-B1E4-35446A2DC78F}" dt="2026-09-18T13:13:12.624" v="433"/>
          <ac:spMkLst>
            <pc:docMk/>
            <pc:sldMk cId="501066885" sldId="2769"/>
            <ac:spMk id="9" creationId="{D9CB54BA-DE5C-EB6E-FBFE-20BF50F8B8CA}"/>
          </ac:spMkLst>
        </pc:spChg>
        <pc:picChg chg="add del mod">
          <ac:chgData name="Naga Mahadeva" userId="2d3d2e38f9c357bf" providerId="LiveId" clId="{89A268DB-4518-41DC-B1E4-35446A2DC78F}" dt="2026-09-18T13:12:57.954" v="432" actId="478"/>
          <ac:picMkLst>
            <pc:docMk/>
            <pc:sldMk cId="501066885" sldId="2769"/>
            <ac:picMk id="3" creationId="{BAF756F6-09EB-BDF3-7E58-631FD0C78CBE}"/>
          </ac:picMkLst>
        </pc:picChg>
        <pc:picChg chg="add mod">
          <ac:chgData name="Naga Mahadeva" userId="2d3d2e38f9c357bf" providerId="LiveId" clId="{89A268DB-4518-41DC-B1E4-35446A2DC78F}" dt="2026-09-18T13:15:37.731" v="447" actId="14100"/>
          <ac:picMkLst>
            <pc:docMk/>
            <pc:sldMk cId="501066885" sldId="2769"/>
            <ac:picMk id="4" creationId="{0AEE445C-1639-8945-F281-0A8CDEE01B7D}"/>
          </ac:picMkLst>
        </pc:picChg>
      </pc:sldChg>
      <pc:sldChg chg="addSp delSp modSp mod">
        <pc:chgData name="Naga Mahadeva" userId="2d3d2e38f9c357bf" providerId="LiveId" clId="{89A268DB-4518-41DC-B1E4-35446A2DC78F}" dt="2026-09-18T13:59:29.999" v="461" actId="27614"/>
        <pc:sldMkLst>
          <pc:docMk/>
          <pc:sldMk cId="1992267581" sldId="2770"/>
        </pc:sldMkLst>
        <pc:spChg chg="mod">
          <ac:chgData name="Naga Mahadeva" userId="2d3d2e38f9c357bf" providerId="LiveId" clId="{89A268DB-4518-41DC-B1E4-35446A2DC78F}" dt="2026-09-18T13:16:43.400" v="454" actId="5793"/>
          <ac:spMkLst>
            <pc:docMk/>
            <pc:sldMk cId="1992267581" sldId="2770"/>
            <ac:spMk id="7" creationId="{AB72A493-14A7-8A96-4441-F4832FBFAAE1}"/>
          </ac:spMkLst>
        </pc:spChg>
        <pc:spChg chg="mod">
          <ac:chgData name="Naga Mahadeva" userId="2d3d2e38f9c357bf" providerId="LiveId" clId="{89A268DB-4518-41DC-B1E4-35446A2DC78F}" dt="2026-09-18T13:16:01.073" v="448"/>
          <ac:spMkLst>
            <pc:docMk/>
            <pc:sldMk cId="1992267581" sldId="2770"/>
            <ac:spMk id="9" creationId="{75925430-0878-B328-D60C-3C46E3A35A8E}"/>
          </ac:spMkLst>
        </pc:spChg>
        <pc:picChg chg="add mod">
          <ac:chgData name="Naga Mahadeva" userId="2d3d2e38f9c357bf" providerId="LiveId" clId="{89A268DB-4518-41DC-B1E4-35446A2DC78F}" dt="2026-09-18T13:59:29.999" v="461" actId="27614"/>
          <ac:picMkLst>
            <pc:docMk/>
            <pc:sldMk cId="1992267581" sldId="2770"/>
            <ac:picMk id="3" creationId="{9826A3E3-EA1B-9515-5509-6CF99CDC3DC7}"/>
          </ac:picMkLst>
        </pc:picChg>
        <pc:picChg chg="add del mod">
          <ac:chgData name="Naga Mahadeva" userId="2d3d2e38f9c357bf" providerId="LiveId" clId="{89A268DB-4518-41DC-B1E4-35446A2DC78F}" dt="2026-09-18T13:16:53.501" v="455" actId="478"/>
          <ac:picMkLst>
            <pc:docMk/>
            <pc:sldMk cId="1992267581" sldId="2770"/>
            <ac:picMk id="4" creationId="{346A31D6-54B9-A12D-8B86-92C2A322D677}"/>
          </ac:picMkLst>
        </pc:picChg>
      </pc:sldChg>
      <pc:sldChg chg="addSp delSp modSp mod">
        <pc:chgData name="Naga Mahadeva" userId="2d3d2e38f9c357bf" providerId="LiveId" clId="{89A268DB-4518-41DC-B1E4-35446A2DC78F}" dt="2026-09-18T14:01:20.637" v="480" actId="14100"/>
        <pc:sldMkLst>
          <pc:docMk/>
          <pc:sldMk cId="4290495646" sldId="2771"/>
        </pc:sldMkLst>
        <pc:spChg chg="mod">
          <ac:chgData name="Naga Mahadeva" userId="2d3d2e38f9c357bf" providerId="LiveId" clId="{89A268DB-4518-41DC-B1E4-35446A2DC78F}" dt="2026-09-18T13:59:37.965" v="462"/>
          <ac:spMkLst>
            <pc:docMk/>
            <pc:sldMk cId="4290495646" sldId="2771"/>
            <ac:spMk id="7" creationId="{F5A900BB-2082-BDB1-9B47-92E75EC284B1}"/>
          </ac:spMkLst>
        </pc:spChg>
        <pc:spChg chg="mod">
          <ac:chgData name="Naga Mahadeva" userId="2d3d2e38f9c357bf" providerId="LiveId" clId="{89A268DB-4518-41DC-B1E4-35446A2DC78F}" dt="2026-09-18T14:00:23.135" v="467"/>
          <ac:spMkLst>
            <pc:docMk/>
            <pc:sldMk cId="4290495646" sldId="2771"/>
            <ac:spMk id="8" creationId="{58190787-969A-0913-6F9F-5B1310FC9333}"/>
          </ac:spMkLst>
        </pc:spChg>
        <pc:picChg chg="add mod">
          <ac:chgData name="Naga Mahadeva" userId="2d3d2e38f9c357bf" providerId="LiveId" clId="{89A268DB-4518-41DC-B1E4-35446A2DC78F}" dt="2026-09-18T14:01:20.637" v="480" actId="14100"/>
          <ac:picMkLst>
            <pc:docMk/>
            <pc:sldMk cId="4290495646" sldId="2771"/>
            <ac:picMk id="3" creationId="{FDC5432B-E925-C0C5-FBB5-EB5C4058DC21}"/>
          </ac:picMkLst>
        </pc:picChg>
        <pc:picChg chg="add del mod">
          <ac:chgData name="Naga Mahadeva" userId="2d3d2e38f9c357bf" providerId="LiveId" clId="{89A268DB-4518-41DC-B1E4-35446A2DC78F}" dt="2026-09-18T14:00:55.855" v="468" actId="478"/>
          <ac:picMkLst>
            <pc:docMk/>
            <pc:sldMk cId="4290495646" sldId="2771"/>
            <ac:picMk id="4" creationId="{5615E86F-C14B-8C79-135A-E07E1D6E3FB3}"/>
          </ac:picMkLst>
        </pc:picChg>
      </pc:sldChg>
      <pc:sldChg chg="addSp delSp modSp mod">
        <pc:chgData name="Naga Mahadeva" userId="2d3d2e38f9c357bf" providerId="LiveId" clId="{89A268DB-4518-41DC-B1E4-35446A2DC78F}" dt="2026-09-18T14:04:56.102" v="494" actId="1076"/>
        <pc:sldMkLst>
          <pc:docMk/>
          <pc:sldMk cId="673386160" sldId="2772"/>
        </pc:sldMkLst>
        <pc:spChg chg="mod">
          <ac:chgData name="Naga Mahadeva" userId="2d3d2e38f9c357bf" providerId="LiveId" clId="{89A268DB-4518-41DC-B1E4-35446A2DC78F}" dt="2026-09-18T14:01:49.390" v="481"/>
          <ac:spMkLst>
            <pc:docMk/>
            <pc:sldMk cId="673386160" sldId="2772"/>
            <ac:spMk id="7" creationId="{5A729299-2ACE-58EE-C6A2-9612CF07C785}"/>
          </ac:spMkLst>
        </pc:spChg>
        <pc:spChg chg="mod">
          <ac:chgData name="Naga Mahadeva" userId="2d3d2e38f9c357bf" providerId="LiveId" clId="{89A268DB-4518-41DC-B1E4-35446A2DC78F}" dt="2026-09-18T14:02:23.114" v="485"/>
          <ac:spMkLst>
            <pc:docMk/>
            <pc:sldMk cId="673386160" sldId="2772"/>
            <ac:spMk id="8" creationId="{C7513FB3-E6AA-239A-7A9B-384CC113B573}"/>
          </ac:spMkLst>
        </pc:spChg>
        <pc:picChg chg="add del mod">
          <ac:chgData name="Naga Mahadeva" userId="2d3d2e38f9c357bf" providerId="LiveId" clId="{89A268DB-4518-41DC-B1E4-35446A2DC78F}" dt="2026-09-18T14:03:57.818" v="486" actId="478"/>
          <ac:picMkLst>
            <pc:docMk/>
            <pc:sldMk cId="673386160" sldId="2772"/>
            <ac:picMk id="3" creationId="{92BD1E40-E0E8-8DE4-C540-54858CB3C616}"/>
          </ac:picMkLst>
        </pc:picChg>
        <pc:picChg chg="add mod">
          <ac:chgData name="Naga Mahadeva" userId="2d3d2e38f9c357bf" providerId="LiveId" clId="{89A268DB-4518-41DC-B1E4-35446A2DC78F}" dt="2026-09-18T14:04:56.102" v="494" actId="1076"/>
          <ac:picMkLst>
            <pc:docMk/>
            <pc:sldMk cId="673386160" sldId="2772"/>
            <ac:picMk id="4" creationId="{E9B1DBEB-FE97-F6CA-0F99-475A096C68C9}"/>
          </ac:picMkLst>
        </pc:picChg>
      </pc:sldChg>
      <pc:sldChg chg="addSp delSp modSp mod">
        <pc:chgData name="Naga Mahadeva" userId="2d3d2e38f9c357bf" providerId="LiveId" clId="{89A268DB-4518-41DC-B1E4-35446A2DC78F}" dt="2026-09-18T14:05:52.165" v="505" actId="478"/>
        <pc:sldMkLst>
          <pc:docMk/>
          <pc:sldMk cId="185974604" sldId="2773"/>
        </pc:sldMkLst>
        <pc:spChg chg="mod">
          <ac:chgData name="Naga Mahadeva" userId="2d3d2e38f9c357bf" providerId="LiveId" clId="{89A268DB-4518-41DC-B1E4-35446A2DC78F}" dt="2026-09-18T14:05:14.180" v="496" actId="27636"/>
          <ac:spMkLst>
            <pc:docMk/>
            <pc:sldMk cId="185974604" sldId="2773"/>
            <ac:spMk id="7" creationId="{05E9BB1F-D11A-87CE-826B-6EC136FE52B4}"/>
          </ac:spMkLst>
        </pc:spChg>
        <pc:spChg chg="mod">
          <ac:chgData name="Naga Mahadeva" userId="2d3d2e38f9c357bf" providerId="LiveId" clId="{89A268DB-4518-41DC-B1E4-35446A2DC78F}" dt="2026-09-18T14:05:49.608" v="504" actId="20577"/>
          <ac:spMkLst>
            <pc:docMk/>
            <pc:sldMk cId="185974604" sldId="2773"/>
            <ac:spMk id="8" creationId="{5A15F547-5740-9FD8-A1BB-400740D9130A}"/>
          </ac:spMkLst>
        </pc:spChg>
        <pc:picChg chg="add del mod">
          <ac:chgData name="Naga Mahadeva" userId="2d3d2e38f9c357bf" providerId="LiveId" clId="{89A268DB-4518-41DC-B1E4-35446A2DC78F}" dt="2026-09-18T14:05:52.165" v="505" actId="478"/>
          <ac:picMkLst>
            <pc:docMk/>
            <pc:sldMk cId="185974604" sldId="2773"/>
            <ac:picMk id="3" creationId="{D4CC61F6-AE8F-D0F7-F844-71C53F889497}"/>
          </ac:picMkLst>
        </pc:picChg>
      </pc:sldChg>
      <pc:sldChg chg="addSp delSp modSp mod">
        <pc:chgData name="Naga Mahadeva" userId="2d3d2e38f9c357bf" providerId="LiveId" clId="{89A268DB-4518-41DC-B1E4-35446A2DC78F}" dt="2026-09-18T14:06:42.847" v="511" actId="478"/>
        <pc:sldMkLst>
          <pc:docMk/>
          <pc:sldMk cId="3324089155" sldId="2774"/>
        </pc:sldMkLst>
        <pc:spChg chg="mod">
          <ac:chgData name="Naga Mahadeva" userId="2d3d2e38f9c357bf" providerId="LiveId" clId="{89A268DB-4518-41DC-B1E4-35446A2DC78F}" dt="2026-09-18T14:06:07.460" v="506"/>
          <ac:spMkLst>
            <pc:docMk/>
            <pc:sldMk cId="3324089155" sldId="2774"/>
            <ac:spMk id="7" creationId="{BAB10154-5B1F-CDF6-8A0B-5907AA107CB2}"/>
          </ac:spMkLst>
        </pc:spChg>
        <pc:spChg chg="mod">
          <ac:chgData name="Naga Mahadeva" userId="2d3d2e38f9c357bf" providerId="LiveId" clId="{89A268DB-4518-41DC-B1E4-35446A2DC78F}" dt="2026-09-18T14:06:33.843" v="510"/>
          <ac:spMkLst>
            <pc:docMk/>
            <pc:sldMk cId="3324089155" sldId="2774"/>
            <ac:spMk id="8" creationId="{8556B45E-E369-FDDD-CF47-5215D36249D5}"/>
          </ac:spMkLst>
        </pc:spChg>
        <pc:picChg chg="add del mod">
          <ac:chgData name="Naga Mahadeva" userId="2d3d2e38f9c357bf" providerId="LiveId" clId="{89A268DB-4518-41DC-B1E4-35446A2DC78F}" dt="2026-09-18T14:06:42.847" v="511" actId="478"/>
          <ac:picMkLst>
            <pc:docMk/>
            <pc:sldMk cId="3324089155" sldId="2774"/>
            <ac:picMk id="3" creationId="{03721EBC-6BBA-43FC-1941-B6B2B401B183}"/>
          </ac:picMkLst>
        </pc:picChg>
      </pc:sldChg>
      <pc:sldChg chg="addSp delSp modSp mod">
        <pc:chgData name="Naga Mahadeva" userId="2d3d2e38f9c357bf" providerId="LiveId" clId="{89A268DB-4518-41DC-B1E4-35446A2DC78F}" dt="2026-09-18T14:10:19.539" v="522" actId="27614"/>
        <pc:sldMkLst>
          <pc:docMk/>
          <pc:sldMk cId="4261812952" sldId="2775"/>
        </pc:sldMkLst>
        <pc:spChg chg="mod">
          <ac:chgData name="Naga Mahadeva" userId="2d3d2e38f9c357bf" providerId="LiveId" clId="{89A268DB-4518-41DC-B1E4-35446A2DC78F}" dt="2026-09-18T14:07:00.256" v="512"/>
          <ac:spMkLst>
            <pc:docMk/>
            <pc:sldMk cId="4261812952" sldId="2775"/>
            <ac:spMk id="7" creationId="{6BC586FC-1536-D972-9800-FC3325CA0D78}"/>
          </ac:spMkLst>
        </pc:spChg>
        <pc:spChg chg="mod">
          <ac:chgData name="Naga Mahadeva" userId="2d3d2e38f9c357bf" providerId="LiveId" clId="{89A268DB-4518-41DC-B1E4-35446A2DC78F}" dt="2026-09-18T14:07:28.163" v="516"/>
          <ac:spMkLst>
            <pc:docMk/>
            <pc:sldMk cId="4261812952" sldId="2775"/>
            <ac:spMk id="8" creationId="{A44AD5BB-4857-8D6E-7B01-3A12B2AB7011}"/>
          </ac:spMkLst>
        </pc:spChg>
        <pc:picChg chg="add del mod">
          <ac:chgData name="Naga Mahadeva" userId="2d3d2e38f9c357bf" providerId="LiveId" clId="{89A268DB-4518-41DC-B1E4-35446A2DC78F}" dt="2026-09-18T14:10:02.592" v="517" actId="478"/>
          <ac:picMkLst>
            <pc:docMk/>
            <pc:sldMk cId="4261812952" sldId="2775"/>
            <ac:picMk id="3" creationId="{2CC272F9-B804-40D3-C29A-10262FDC2222}"/>
          </ac:picMkLst>
        </pc:picChg>
        <pc:picChg chg="add mod">
          <ac:chgData name="Naga Mahadeva" userId="2d3d2e38f9c357bf" providerId="LiveId" clId="{89A268DB-4518-41DC-B1E4-35446A2DC78F}" dt="2026-09-18T14:10:19.539" v="522" actId="27614"/>
          <ac:picMkLst>
            <pc:docMk/>
            <pc:sldMk cId="4261812952" sldId="2775"/>
            <ac:picMk id="4" creationId="{FD5CEAF7-9F10-ED01-5547-E0197D0A5E9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2D05EE-1874-40CA-ACBB-AAFE8CEAEC56}" type="datetimeFigureOut">
              <a:t>9/18/2026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9B9498-FDEE-4498-AC3A-C83DFCC8A50A}" type="slidenum">
              <a:t>‹#›</a:t>
            </a:fld>
            <a:endParaRPr lang="en-US" dirty="0"/>
          </a:p>
        </p:txBody>
      </p:sp>
    </p:spTree>
    <p:extLst>
      <p:ext uri="{BB962C8B-B14F-4D97-AF65-F5344CB8AC3E}">
        <p14:creationId xmlns:p14="http://schemas.microsoft.com/office/powerpoint/2010/main" val="900776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65C32D-63EE-4133-9108-A2BD34E475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7162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9/18/2026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61135109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9/18/2026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2894100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9/18/2026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477205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9/18/2026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834443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9/18/2026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661847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9/18/2026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477403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9/18/2026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293286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9/18/2026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09114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9/18/2026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96642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8281630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Click to edit Master text styles</a:t>
            </a:r>
          </a:p>
          <a:p>
            <a:pPr marL="228600" marR="0" lvl="1"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Second level</a:t>
            </a:r>
          </a:p>
          <a:p>
            <a:pPr marL="228600" marR="0" lvl="2"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Third level</a:t>
            </a:r>
          </a:p>
          <a:p>
            <a:pPr marL="228600" marR="0" lvl="3"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Fourth level</a:t>
            </a:r>
          </a:p>
          <a:p>
            <a:pPr marL="228600" marR="0" lvl="4"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Fifth level</a:t>
            </a:r>
            <a:endParaRPr kumimoji="0" lang="en-US" sz="11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9/18/2026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83164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9/18/2026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30317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9/18/2026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4539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9/18/2026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72960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9/18/2026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24222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9/18/2026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16629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84812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7025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55760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657172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404395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6015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78271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36097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21362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559440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958866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897144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697862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1811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70654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882095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83262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9/18/2026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174034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9/18/2026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17012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9/18/2026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776793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9/18/2026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536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9/18/2026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1453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9/18/2026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88597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9/18/2026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6902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9/18/2026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46691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9/18/2026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2609295"/>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9/18/2026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9387180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9/18/2026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06640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9/18/2026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183467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9/18/2026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214638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9/18/2026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1317099004"/>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740" r:id="rId3"/>
    <p:sldLayoutId id="2147483686"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 id="2147483733" r:id="rId42"/>
    <p:sldLayoutId id="2147483734" r:id="rId43"/>
    <p:sldLayoutId id="2147483735" r:id="rId44"/>
    <p:sldLayoutId id="2147483736" r:id="rId45"/>
    <p:sldLayoutId id="2147483737"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604D864-A6BD-C75F-9B88-BAB58775ABDD}"/>
              </a:ext>
            </a:extLst>
          </p:cNvPr>
          <p:cNvSpPr>
            <a:spLocks noGrp="1"/>
          </p:cNvSpPr>
          <p:nvPr>
            <p:ph type="subTitle" idx="1"/>
          </p:nvPr>
        </p:nvSpPr>
        <p:spPr>
          <a:xfrm>
            <a:off x="1019093" y="2551173"/>
            <a:ext cx="10742212" cy="1464235"/>
          </a:xfrm>
        </p:spPr>
        <p:txBody>
          <a:bodyPr anchor="t">
            <a:noAutofit/>
          </a:bodyPr>
          <a:lstStyle/>
          <a:p>
            <a:r>
              <a:rPr lang="en-IN" sz="4000" dirty="0"/>
              <a:t>OpenSearch, Chunking Strategies &amp; Vector Store Optimization</a:t>
            </a:r>
            <a:endParaRPr lang="en-US" sz="4000" dirty="0"/>
          </a:p>
        </p:txBody>
      </p:sp>
      <p:sp>
        <p:nvSpPr>
          <p:cNvPr id="7" name="TextBox 6">
            <a:extLst>
              <a:ext uri="{FF2B5EF4-FFF2-40B4-BE49-F238E27FC236}">
                <a16:creationId xmlns:a16="http://schemas.microsoft.com/office/drawing/2014/main" id="{396580F1-5F2C-1782-40E0-83E80CDC0535}"/>
              </a:ext>
            </a:extLst>
          </p:cNvPr>
          <p:cNvSpPr txBox="1"/>
          <p:nvPr/>
        </p:nvSpPr>
        <p:spPr>
          <a:xfrm>
            <a:off x="3755496" y="4222162"/>
            <a:ext cx="7217304" cy="830997"/>
          </a:xfrm>
          <a:prstGeom prst="rect">
            <a:avLst/>
          </a:prstGeom>
          <a:noFill/>
        </p:spPr>
        <p:txBody>
          <a:bodyPr wrap="square" rtlCol="0">
            <a:spAutoFit/>
          </a:bodyPr>
          <a:lstStyle/>
          <a:p>
            <a:pPr marL="285750" indent="-285750">
              <a:buFont typeface="Arial" panose="020B0604020202020204" pitchFamily="34" charset="0"/>
              <a:buChar char="•"/>
            </a:pPr>
            <a:r>
              <a:rPr lang="en-IN" sz="2400" dirty="0">
                <a:solidFill>
                  <a:schemeClr val="bg2"/>
                </a:solidFill>
              </a:rPr>
              <a:t>Presented by : Praveen</a:t>
            </a:r>
          </a:p>
          <a:p>
            <a:pPr marL="285750" indent="-285750">
              <a:buFont typeface="Arial" panose="020B0604020202020204" pitchFamily="34" charset="0"/>
              <a:buChar char="•"/>
            </a:pPr>
            <a:r>
              <a:rPr lang="en-IN" sz="2400" dirty="0">
                <a:solidFill>
                  <a:schemeClr val="bg2"/>
                </a:solidFill>
              </a:rPr>
              <a:t>Faculty Advisor : Dr. Victor </a:t>
            </a:r>
            <a:r>
              <a:rPr lang="en-IN" sz="2400" dirty="0" err="1">
                <a:solidFill>
                  <a:schemeClr val="bg2"/>
                </a:solidFill>
              </a:rPr>
              <a:t>Govindaswamy</a:t>
            </a:r>
            <a:endParaRPr lang="en-IN" sz="2400" dirty="0">
              <a:solidFill>
                <a:schemeClr val="bg2"/>
              </a:solidFill>
            </a:endParaRPr>
          </a:p>
        </p:txBody>
      </p:sp>
    </p:spTree>
    <p:extLst>
      <p:ext uri="{BB962C8B-B14F-4D97-AF65-F5344CB8AC3E}">
        <p14:creationId xmlns:p14="http://schemas.microsoft.com/office/powerpoint/2010/main" val="4182614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8F859CA-7C72-396B-A011-01E1A52FC6AE}"/>
              </a:ext>
            </a:extLst>
          </p:cNvPr>
          <p:cNvSpPr>
            <a:spLocks noGrp="1"/>
          </p:cNvSpPr>
          <p:nvPr>
            <p:ph type="title"/>
          </p:nvPr>
        </p:nvSpPr>
        <p:spPr>
          <a:xfrm>
            <a:off x="0" y="237387"/>
            <a:ext cx="12192000" cy="1010967"/>
          </a:xfrm>
          <a:solidFill>
            <a:srgbClr val="00B0F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OpenSearch, Chunking Strategies &amp; Vector Store Optimization</a:t>
            </a:r>
          </a:p>
        </p:txBody>
      </p:sp>
      <p:sp>
        <p:nvSpPr>
          <p:cNvPr id="9" name="TextBox 8">
            <a:extLst>
              <a:ext uri="{FF2B5EF4-FFF2-40B4-BE49-F238E27FC236}">
                <a16:creationId xmlns:a16="http://schemas.microsoft.com/office/drawing/2014/main" id="{40ADE7B3-947E-7624-EAA2-7BD216246076}"/>
              </a:ext>
            </a:extLst>
          </p:cNvPr>
          <p:cNvSpPr txBox="1"/>
          <p:nvPr/>
        </p:nvSpPr>
        <p:spPr>
          <a:xfrm>
            <a:off x="1103864" y="1530048"/>
            <a:ext cx="8119649" cy="4524315"/>
          </a:xfrm>
          <a:prstGeom prst="rect">
            <a:avLst/>
          </a:prstGeom>
          <a:noFill/>
        </p:spPr>
        <p:txBody>
          <a:bodyPr wrap="square" rtlCol="0">
            <a:spAutoFit/>
          </a:bodyPr>
          <a:lstStyle/>
          <a:p>
            <a:r>
              <a:rPr lang="en-IN" b="1" dirty="0"/>
              <a:t>Security Services</a:t>
            </a:r>
          </a:p>
          <a:p>
            <a:pPr marL="285750" indent="-285750">
              <a:buFont typeface="Wingdings" panose="05000000000000000000" pitchFamily="2" charset="2"/>
              <a:buChar char="Ø"/>
            </a:pPr>
            <a:endParaRPr lang="en-IN" b="1" dirty="0"/>
          </a:p>
          <a:p>
            <a:pPr marL="285750" lvl="0" indent="-285750">
              <a:buFont typeface="Wingdings" panose="05000000000000000000" pitchFamily="2" charset="2"/>
              <a:buChar char="Ø"/>
            </a:pPr>
            <a:r>
              <a:rPr lang="en-IN" dirty="0"/>
              <a:t>Amazon OpenSearch </a:t>
            </a:r>
          </a:p>
          <a:p>
            <a:pPr marL="285750" lvl="0" indent="-285750">
              <a:buFont typeface="Wingdings" panose="05000000000000000000" pitchFamily="2" charset="2"/>
              <a:buChar char="Ø"/>
            </a:pPr>
            <a:r>
              <a:rPr lang="en-IN" dirty="0"/>
              <a:t>Chunking Strategies </a:t>
            </a:r>
          </a:p>
          <a:p>
            <a:pPr marL="285750" lvl="0" indent="-285750">
              <a:buFont typeface="Wingdings" panose="05000000000000000000" pitchFamily="2" charset="2"/>
              <a:buChar char="Ø"/>
            </a:pPr>
            <a:r>
              <a:rPr lang="en-IN" dirty="0"/>
              <a:t>Vector Stores </a:t>
            </a:r>
          </a:p>
          <a:p>
            <a:pPr marL="285750" lvl="0" indent="-285750">
              <a:buFont typeface="Wingdings" panose="05000000000000000000" pitchFamily="2" charset="2"/>
              <a:buChar char="Ø"/>
            </a:pPr>
            <a:r>
              <a:rPr lang="en-IN" dirty="0"/>
              <a:t>Embeddings </a:t>
            </a:r>
          </a:p>
          <a:p>
            <a:pPr marL="285750" lvl="0" indent="-285750">
              <a:buFont typeface="Wingdings" panose="05000000000000000000" pitchFamily="2" charset="2"/>
              <a:buChar char="Ø"/>
            </a:pPr>
            <a:r>
              <a:rPr lang="en-IN" dirty="0"/>
              <a:t>RAG Optimization</a:t>
            </a:r>
          </a:p>
          <a:p>
            <a:pPr marL="285750" lvl="0" indent="-285750">
              <a:buFont typeface="Wingdings" panose="05000000000000000000" pitchFamily="2" charset="2"/>
              <a:buChar char="Ø"/>
            </a:pPr>
            <a:endParaRPr lang="en-IN" dirty="0"/>
          </a:p>
          <a:p>
            <a:r>
              <a:rPr lang="en-IN" b="1" dirty="0"/>
              <a:t>Description</a:t>
            </a:r>
          </a:p>
          <a:p>
            <a:r>
              <a:rPr lang="en-IN" dirty="0"/>
              <a:t>This presentation focuses on important optimization techniques for RAG and Knowledge Base applications. It covers Amazon OpenSearch, pre-retrieval processing, chunking strategies, chunk management, vector store optimization, and embeddings.</a:t>
            </a:r>
          </a:p>
          <a:p>
            <a:pPr marL="285750" indent="-285750">
              <a:buFont typeface="Wingdings" panose="05000000000000000000" pitchFamily="2" charset="2"/>
              <a:buChar char="Ø"/>
            </a:pPr>
            <a:endParaRPr lang="en-IN" dirty="0"/>
          </a:p>
          <a:p>
            <a:endParaRPr lang="en-IN" dirty="0"/>
          </a:p>
          <a:p>
            <a:pPr>
              <a:buFont typeface="Wingdings" panose="05000000000000000000" pitchFamily="2" charset="2"/>
              <a:buChar char="Ø"/>
            </a:pPr>
            <a:endParaRPr lang="en-IN" dirty="0"/>
          </a:p>
        </p:txBody>
      </p:sp>
      <p:pic>
        <p:nvPicPr>
          <p:cNvPr id="3" name="Picture 2" descr="The image illustrates a flowchart for processing a user's question, integrating AWS services such as Amazon Bedrock for LLM (Text Generation) and OpenSearch, and handling document ingestion through PDF files.&#10;&#10;AI-generated content may be incorrect.">
            <a:extLst>
              <a:ext uri="{FF2B5EF4-FFF2-40B4-BE49-F238E27FC236}">
                <a16:creationId xmlns:a16="http://schemas.microsoft.com/office/drawing/2014/main" id="{6AEF52A0-4186-BE08-E15D-A8BEDDD11353}"/>
              </a:ext>
            </a:extLst>
          </p:cNvPr>
          <p:cNvPicPr>
            <a:picLocks noChangeAspect="1"/>
          </p:cNvPicPr>
          <p:nvPr/>
        </p:nvPicPr>
        <p:blipFill>
          <a:blip r:embed="rId2"/>
          <a:stretch>
            <a:fillRect/>
          </a:stretch>
        </p:blipFill>
        <p:spPr>
          <a:xfrm>
            <a:off x="4365267" y="1530048"/>
            <a:ext cx="6798364" cy="2310432"/>
          </a:xfrm>
          <a:prstGeom prst="rect">
            <a:avLst/>
          </a:prstGeom>
        </p:spPr>
      </p:pic>
    </p:spTree>
    <p:extLst>
      <p:ext uri="{BB962C8B-B14F-4D97-AF65-F5344CB8AC3E}">
        <p14:creationId xmlns:p14="http://schemas.microsoft.com/office/powerpoint/2010/main" val="2523674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78C6B7F-085C-9294-EFAC-03451D3A03E5}"/>
              </a:ext>
            </a:extLst>
          </p:cNvPr>
          <p:cNvSpPr txBox="1"/>
          <p:nvPr/>
        </p:nvSpPr>
        <p:spPr>
          <a:xfrm>
            <a:off x="1103864" y="1530048"/>
            <a:ext cx="8119649" cy="3139321"/>
          </a:xfrm>
          <a:prstGeom prst="rect">
            <a:avLst/>
          </a:prstGeom>
          <a:noFill/>
        </p:spPr>
        <p:txBody>
          <a:bodyPr wrap="square" rtlCol="0">
            <a:spAutoFit/>
          </a:bodyPr>
          <a:lstStyle/>
          <a:p>
            <a:r>
              <a:rPr lang="en-US" b="1" dirty="0"/>
              <a:t>Main Features</a:t>
            </a:r>
          </a:p>
          <a:p>
            <a:endParaRPr lang="en-US" b="1" dirty="0"/>
          </a:p>
          <a:p>
            <a:pPr marL="285750" lvl="0" indent="-285750">
              <a:buFont typeface="Wingdings" panose="05000000000000000000" pitchFamily="2" charset="2"/>
              <a:buChar char="Ø"/>
            </a:pPr>
            <a:r>
              <a:rPr lang="en-IN" dirty="0"/>
              <a:t>Search Engine </a:t>
            </a:r>
          </a:p>
          <a:p>
            <a:pPr marL="285750" lvl="0" indent="-285750">
              <a:buFont typeface="Wingdings" panose="05000000000000000000" pitchFamily="2" charset="2"/>
              <a:buChar char="Ø"/>
            </a:pPr>
            <a:r>
              <a:rPr lang="en-IN" dirty="0"/>
              <a:t>Vector Search </a:t>
            </a:r>
          </a:p>
          <a:p>
            <a:pPr marL="285750" lvl="0" indent="-285750">
              <a:buFont typeface="Wingdings" panose="05000000000000000000" pitchFamily="2" charset="2"/>
              <a:buChar char="Ø"/>
            </a:pPr>
            <a:r>
              <a:rPr lang="en-IN" dirty="0"/>
              <a:t>Data Retrieval </a:t>
            </a:r>
          </a:p>
          <a:p>
            <a:pPr marL="285750" lvl="0" indent="-285750">
              <a:buFont typeface="Wingdings" panose="05000000000000000000" pitchFamily="2" charset="2"/>
              <a:buChar char="Ø"/>
            </a:pPr>
            <a:r>
              <a:rPr lang="en-IN" dirty="0"/>
              <a:t>RAG Applications</a:t>
            </a:r>
          </a:p>
          <a:p>
            <a:pPr marL="285750" indent="-285750">
              <a:buFont typeface="Wingdings" panose="05000000000000000000" pitchFamily="2" charset="2"/>
              <a:buChar char="Ø"/>
            </a:pPr>
            <a:endParaRPr lang="en-US" dirty="0"/>
          </a:p>
          <a:p>
            <a:r>
              <a:rPr lang="en-US" b="1" dirty="0"/>
              <a:t>Description</a:t>
            </a:r>
          </a:p>
          <a:p>
            <a:r>
              <a:rPr lang="en-IN" dirty="0"/>
              <a:t>Amazon OpenSearch can support search and retrieval workloads in Generative AI applications. Vector search capabilities can help retrieve information based on semantic similarity for RAG-based solutions.</a:t>
            </a:r>
          </a:p>
        </p:txBody>
      </p:sp>
      <p:sp>
        <p:nvSpPr>
          <p:cNvPr id="9" name="Title 1">
            <a:extLst>
              <a:ext uri="{FF2B5EF4-FFF2-40B4-BE49-F238E27FC236}">
                <a16:creationId xmlns:a16="http://schemas.microsoft.com/office/drawing/2014/main" id="{D9CB54BA-DE5C-EB6E-FBFE-20BF50F8B8CA}"/>
              </a:ext>
            </a:extLst>
          </p:cNvPr>
          <p:cNvSpPr>
            <a:spLocks noGrp="1"/>
          </p:cNvSpPr>
          <p:nvPr>
            <p:ph type="title"/>
          </p:nvPr>
        </p:nvSpPr>
        <p:spPr>
          <a:xfrm>
            <a:off x="0" y="237388"/>
            <a:ext cx="12192000" cy="573646"/>
          </a:xfrm>
          <a:solidFill>
            <a:srgbClr val="00B0F0"/>
          </a:solidFill>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3200" dirty="0"/>
              <a:t>Amazon OpenSearch in Generative AI</a:t>
            </a:r>
          </a:p>
        </p:txBody>
      </p:sp>
      <p:pic>
        <p:nvPicPr>
          <p:cNvPr id="4" name="Picture 3" descr="The image depicts an AWS architecture involving services like Document Encoder, Query Encoder, SageMaker, Amazon API Gateway, and Amazon OpenSearch Service, illustrating a process for content generation and question answering through a series of interconnected components.&#10;&#10;AI-generated content may be incorrect.">
            <a:extLst>
              <a:ext uri="{FF2B5EF4-FFF2-40B4-BE49-F238E27FC236}">
                <a16:creationId xmlns:a16="http://schemas.microsoft.com/office/drawing/2014/main" id="{0AEE445C-1639-8945-F281-0A8CDEE01B7D}"/>
              </a:ext>
            </a:extLst>
          </p:cNvPr>
          <p:cNvPicPr>
            <a:picLocks noChangeAspect="1"/>
          </p:cNvPicPr>
          <p:nvPr/>
        </p:nvPicPr>
        <p:blipFill>
          <a:blip r:embed="rId2"/>
          <a:stretch>
            <a:fillRect/>
          </a:stretch>
        </p:blipFill>
        <p:spPr>
          <a:xfrm>
            <a:off x="4267199" y="911432"/>
            <a:ext cx="7445072" cy="2817729"/>
          </a:xfrm>
          <a:prstGeom prst="rect">
            <a:avLst/>
          </a:prstGeom>
        </p:spPr>
      </p:pic>
    </p:spTree>
    <p:extLst>
      <p:ext uri="{BB962C8B-B14F-4D97-AF65-F5344CB8AC3E}">
        <p14:creationId xmlns:p14="http://schemas.microsoft.com/office/powerpoint/2010/main" val="501066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B72A493-14A7-8A96-4441-F4832FBFAAE1}"/>
              </a:ext>
            </a:extLst>
          </p:cNvPr>
          <p:cNvSpPr txBox="1"/>
          <p:nvPr/>
        </p:nvSpPr>
        <p:spPr>
          <a:xfrm>
            <a:off x="1103864" y="1530048"/>
            <a:ext cx="8119649" cy="3139321"/>
          </a:xfrm>
          <a:prstGeom prst="rect">
            <a:avLst/>
          </a:prstGeom>
          <a:noFill/>
        </p:spPr>
        <p:txBody>
          <a:bodyPr wrap="square" rtlCol="0">
            <a:spAutoFit/>
          </a:bodyPr>
          <a:lstStyle/>
          <a:p>
            <a:r>
              <a:rPr lang="en-IN" b="1" dirty="0"/>
              <a:t>Main Features</a:t>
            </a:r>
          </a:p>
          <a:p>
            <a:endParaRPr lang="en-IN" b="1" dirty="0"/>
          </a:p>
          <a:p>
            <a:pPr marL="285750" lvl="0" indent="-285750">
              <a:buFont typeface="Wingdings" panose="05000000000000000000" pitchFamily="2" charset="2"/>
              <a:buChar char="Ø"/>
            </a:pPr>
            <a:r>
              <a:rPr lang="en-IN" dirty="0"/>
              <a:t>Fast Search </a:t>
            </a:r>
          </a:p>
          <a:p>
            <a:pPr marL="285750" lvl="0" indent="-285750">
              <a:buFont typeface="Wingdings" panose="05000000000000000000" pitchFamily="2" charset="2"/>
              <a:buChar char="Ø"/>
            </a:pPr>
            <a:r>
              <a:rPr lang="en-IN" dirty="0"/>
              <a:t>Vector Retrieval </a:t>
            </a:r>
          </a:p>
          <a:p>
            <a:pPr marL="285750" lvl="0" indent="-285750">
              <a:buFont typeface="Wingdings" panose="05000000000000000000" pitchFamily="2" charset="2"/>
              <a:buChar char="Ø"/>
            </a:pPr>
            <a:r>
              <a:rPr lang="en-IN" dirty="0"/>
              <a:t>Scalable Storage </a:t>
            </a:r>
          </a:p>
          <a:p>
            <a:pPr marL="285750" lvl="0" indent="-285750">
              <a:buFont typeface="Wingdings" panose="05000000000000000000" pitchFamily="2" charset="2"/>
              <a:buChar char="Ø"/>
            </a:pPr>
            <a:r>
              <a:rPr lang="en-IN" dirty="0"/>
              <a:t>Knowledge Retrieval</a:t>
            </a:r>
          </a:p>
          <a:p>
            <a:endParaRPr lang="en-IN" dirty="0"/>
          </a:p>
          <a:p>
            <a:r>
              <a:rPr lang="en-IN" b="1" dirty="0"/>
              <a:t>Description</a:t>
            </a:r>
          </a:p>
          <a:p>
            <a:r>
              <a:rPr lang="en-IN" dirty="0"/>
              <a:t>OpenSearch can provide scalable search and retrieval capabilities for applications that need to work with large amounts of information. It can be integrated into architectures that use embeddings and semantic search.</a:t>
            </a:r>
          </a:p>
        </p:txBody>
      </p:sp>
      <p:sp>
        <p:nvSpPr>
          <p:cNvPr id="9" name="Title 1">
            <a:extLst>
              <a:ext uri="{FF2B5EF4-FFF2-40B4-BE49-F238E27FC236}">
                <a16:creationId xmlns:a16="http://schemas.microsoft.com/office/drawing/2014/main" id="{75925430-0878-B328-D60C-3C46E3A35A8E}"/>
              </a:ext>
            </a:extLst>
          </p:cNvPr>
          <p:cNvSpPr>
            <a:spLocks noGrp="1"/>
          </p:cNvSpPr>
          <p:nvPr>
            <p:ph type="title"/>
          </p:nvPr>
        </p:nvSpPr>
        <p:spPr>
          <a:xfrm>
            <a:off x="0" y="237388"/>
            <a:ext cx="12192000" cy="573646"/>
          </a:xfrm>
          <a:solidFill>
            <a:srgbClr val="00B0F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Importance of OpenSearch</a:t>
            </a:r>
          </a:p>
        </p:txBody>
      </p:sp>
      <p:pic>
        <p:nvPicPr>
          <p:cNvPr id="3" name="Picture 2" descr="The image illustrates a customer journey through Amazon's ecosystem, starting with a search for an item, followed by Hybrid Query with embedding, purchase, and embedding the item into Amazon OpenSea, Amazon SageMaker, and finally inserting entries with embeddings.&#10;&#10;AI-generated content may be incorrect.">
            <a:extLst>
              <a:ext uri="{FF2B5EF4-FFF2-40B4-BE49-F238E27FC236}">
                <a16:creationId xmlns:a16="http://schemas.microsoft.com/office/drawing/2014/main" id="{9826A3E3-EA1B-9515-5509-6CF99CDC3DC7}"/>
              </a:ext>
            </a:extLst>
          </p:cNvPr>
          <p:cNvPicPr>
            <a:picLocks noChangeAspect="1"/>
          </p:cNvPicPr>
          <p:nvPr/>
        </p:nvPicPr>
        <p:blipFill>
          <a:blip r:embed="rId2"/>
          <a:stretch>
            <a:fillRect/>
          </a:stretch>
        </p:blipFill>
        <p:spPr>
          <a:xfrm>
            <a:off x="4607757" y="912906"/>
            <a:ext cx="5172347" cy="2730779"/>
          </a:xfrm>
          <a:prstGeom prst="rect">
            <a:avLst/>
          </a:prstGeom>
        </p:spPr>
      </p:pic>
    </p:spTree>
    <p:extLst>
      <p:ext uri="{BB962C8B-B14F-4D97-AF65-F5344CB8AC3E}">
        <p14:creationId xmlns:p14="http://schemas.microsoft.com/office/powerpoint/2010/main" val="1992267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5A900BB-2082-BDB1-9B47-92E75EC284B1}"/>
              </a:ext>
            </a:extLst>
          </p:cNvPr>
          <p:cNvSpPr>
            <a:spLocks noGrp="1"/>
          </p:cNvSpPr>
          <p:nvPr>
            <p:ph type="title"/>
          </p:nvPr>
        </p:nvSpPr>
        <p:spPr>
          <a:xfrm>
            <a:off x="0" y="237388"/>
            <a:ext cx="12192000" cy="573646"/>
          </a:xfrm>
          <a:solidFill>
            <a:srgbClr val="00B0F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Pre-Retrieval Strategies</a:t>
            </a:r>
          </a:p>
        </p:txBody>
      </p:sp>
      <p:sp>
        <p:nvSpPr>
          <p:cNvPr id="8" name="TextBox 7">
            <a:extLst>
              <a:ext uri="{FF2B5EF4-FFF2-40B4-BE49-F238E27FC236}">
                <a16:creationId xmlns:a16="http://schemas.microsoft.com/office/drawing/2014/main" id="{58190787-969A-0913-6F9F-5B1310FC9333}"/>
              </a:ext>
            </a:extLst>
          </p:cNvPr>
          <p:cNvSpPr txBox="1"/>
          <p:nvPr/>
        </p:nvSpPr>
        <p:spPr>
          <a:xfrm>
            <a:off x="1103864" y="1530048"/>
            <a:ext cx="8119649" cy="3139321"/>
          </a:xfrm>
          <a:prstGeom prst="rect">
            <a:avLst/>
          </a:prstGeom>
          <a:noFill/>
        </p:spPr>
        <p:txBody>
          <a:bodyPr wrap="square" rtlCol="0">
            <a:spAutoFit/>
          </a:bodyPr>
          <a:lstStyle/>
          <a:p>
            <a:r>
              <a:rPr lang="en-US" b="1" dirty="0"/>
              <a:t>Main Features</a:t>
            </a:r>
          </a:p>
          <a:p>
            <a:endParaRPr lang="en-US" b="1" dirty="0"/>
          </a:p>
          <a:p>
            <a:pPr marL="285750" lvl="0" indent="-285750">
              <a:buFont typeface="Wingdings" panose="05000000000000000000" pitchFamily="2" charset="2"/>
              <a:buChar char="Ø"/>
            </a:pPr>
            <a:r>
              <a:rPr lang="en-IN" dirty="0"/>
              <a:t>Query Preparation </a:t>
            </a:r>
          </a:p>
          <a:p>
            <a:pPr marL="285750" lvl="0" indent="-285750">
              <a:buFont typeface="Wingdings" panose="05000000000000000000" pitchFamily="2" charset="2"/>
              <a:buChar char="Ø"/>
            </a:pPr>
            <a:r>
              <a:rPr lang="en-IN" dirty="0"/>
              <a:t>Data Preparation </a:t>
            </a:r>
          </a:p>
          <a:p>
            <a:pPr marL="285750" lvl="0" indent="-285750">
              <a:buFont typeface="Wingdings" panose="05000000000000000000" pitchFamily="2" charset="2"/>
              <a:buChar char="Ø"/>
            </a:pPr>
            <a:r>
              <a:rPr lang="en-IN" dirty="0"/>
              <a:t>Search Optimization </a:t>
            </a:r>
          </a:p>
          <a:p>
            <a:pPr marL="285750" lvl="0" indent="-285750">
              <a:buFont typeface="Wingdings" panose="05000000000000000000" pitchFamily="2" charset="2"/>
              <a:buChar char="Ø"/>
            </a:pPr>
            <a:r>
              <a:rPr lang="en-IN" dirty="0"/>
              <a:t>Retrieval Quality</a:t>
            </a:r>
          </a:p>
          <a:p>
            <a:endParaRPr lang="en-US" dirty="0"/>
          </a:p>
          <a:p>
            <a:r>
              <a:rPr lang="en-US" b="1" dirty="0"/>
              <a:t>Description</a:t>
            </a:r>
          </a:p>
          <a:p>
            <a:r>
              <a:rPr lang="en-IN" dirty="0"/>
              <a:t>Pre-retrieval strategies prepare information before the retrieval process. Proper preparation of queries and stored content can improve the relevance of information returned to Generative AI applications.</a:t>
            </a:r>
          </a:p>
        </p:txBody>
      </p:sp>
      <p:pic>
        <p:nvPicPr>
          <p:cNvPr id="3" name="Picture 2" descr="The diagram illustrates an AWS architecture for processing queries, including components like Document Encoder, Jupyter, Amazon SageMaker, and various data types, aimed at generating relevant responses using LLMs.&#10;&#10;AI-generated content may be incorrect.">
            <a:extLst>
              <a:ext uri="{FF2B5EF4-FFF2-40B4-BE49-F238E27FC236}">
                <a16:creationId xmlns:a16="http://schemas.microsoft.com/office/drawing/2014/main" id="{FDC5432B-E925-C0C5-FBB5-EB5C4058DC21}"/>
              </a:ext>
            </a:extLst>
          </p:cNvPr>
          <p:cNvPicPr>
            <a:picLocks noChangeAspect="1"/>
          </p:cNvPicPr>
          <p:nvPr/>
        </p:nvPicPr>
        <p:blipFill>
          <a:blip r:embed="rId2"/>
          <a:stretch>
            <a:fillRect/>
          </a:stretch>
        </p:blipFill>
        <p:spPr>
          <a:xfrm>
            <a:off x="4166483" y="995437"/>
            <a:ext cx="6512119" cy="2701920"/>
          </a:xfrm>
          <a:prstGeom prst="rect">
            <a:avLst/>
          </a:prstGeom>
        </p:spPr>
      </p:pic>
    </p:spTree>
    <p:extLst>
      <p:ext uri="{BB962C8B-B14F-4D97-AF65-F5344CB8AC3E}">
        <p14:creationId xmlns:p14="http://schemas.microsoft.com/office/powerpoint/2010/main" val="4290495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A729299-2ACE-58EE-C6A2-9612CF07C785}"/>
              </a:ext>
            </a:extLst>
          </p:cNvPr>
          <p:cNvSpPr>
            <a:spLocks noGrp="1"/>
          </p:cNvSpPr>
          <p:nvPr>
            <p:ph type="title"/>
          </p:nvPr>
        </p:nvSpPr>
        <p:spPr>
          <a:xfrm>
            <a:off x="0" y="237388"/>
            <a:ext cx="12192000" cy="573646"/>
          </a:xfrm>
          <a:solidFill>
            <a:srgbClr val="00B0F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Chunking Strategies</a:t>
            </a:r>
          </a:p>
        </p:txBody>
      </p:sp>
      <p:sp>
        <p:nvSpPr>
          <p:cNvPr id="8" name="TextBox 7">
            <a:extLst>
              <a:ext uri="{FF2B5EF4-FFF2-40B4-BE49-F238E27FC236}">
                <a16:creationId xmlns:a16="http://schemas.microsoft.com/office/drawing/2014/main" id="{C7513FB3-E6AA-239A-7A9B-384CC113B573}"/>
              </a:ext>
            </a:extLst>
          </p:cNvPr>
          <p:cNvSpPr txBox="1"/>
          <p:nvPr/>
        </p:nvSpPr>
        <p:spPr>
          <a:xfrm>
            <a:off x="1103864" y="1530048"/>
            <a:ext cx="8119649" cy="3416320"/>
          </a:xfrm>
          <a:prstGeom prst="rect">
            <a:avLst/>
          </a:prstGeom>
          <a:noFill/>
        </p:spPr>
        <p:txBody>
          <a:bodyPr wrap="square" rtlCol="0">
            <a:spAutoFit/>
          </a:bodyPr>
          <a:lstStyle/>
          <a:p>
            <a:r>
              <a:rPr lang="en-US" b="1" dirty="0"/>
              <a:t>Main Features</a:t>
            </a:r>
          </a:p>
          <a:p>
            <a:endParaRPr lang="en-US" b="1" dirty="0"/>
          </a:p>
          <a:p>
            <a:pPr marL="285750" lvl="0" indent="-285750">
              <a:buFont typeface="Wingdings" panose="05000000000000000000" pitchFamily="2" charset="2"/>
              <a:buChar char="Ø"/>
            </a:pPr>
            <a:r>
              <a:rPr lang="en-IN" dirty="0"/>
              <a:t>Document Splitting </a:t>
            </a:r>
          </a:p>
          <a:p>
            <a:pPr marL="285750" lvl="0" indent="-285750">
              <a:buFont typeface="Wingdings" panose="05000000000000000000" pitchFamily="2" charset="2"/>
              <a:buChar char="Ø"/>
            </a:pPr>
            <a:r>
              <a:rPr lang="en-IN" dirty="0"/>
              <a:t>Smaller Text Sections </a:t>
            </a:r>
          </a:p>
          <a:p>
            <a:pPr marL="285750" lvl="0" indent="-285750">
              <a:buFont typeface="Wingdings" panose="05000000000000000000" pitchFamily="2" charset="2"/>
              <a:buChar char="Ø"/>
            </a:pPr>
            <a:r>
              <a:rPr lang="en-IN" dirty="0"/>
              <a:t>Context Preservation </a:t>
            </a:r>
          </a:p>
          <a:p>
            <a:pPr marL="285750" lvl="0" indent="-285750">
              <a:buFont typeface="Wingdings" panose="05000000000000000000" pitchFamily="2" charset="2"/>
              <a:buChar char="Ø"/>
            </a:pPr>
            <a:r>
              <a:rPr lang="en-IN" dirty="0"/>
              <a:t>Retrieval Efficiency</a:t>
            </a:r>
          </a:p>
          <a:p>
            <a:endParaRPr lang="en-US" dirty="0"/>
          </a:p>
          <a:p>
            <a:r>
              <a:rPr lang="en-US" b="1" dirty="0"/>
              <a:t>Description</a:t>
            </a:r>
          </a:p>
          <a:p>
            <a:r>
              <a:rPr lang="en-IN" dirty="0"/>
              <a:t>Chunking divides large documents into smaller sections that can be processed and retrieved efficiently. Choosing an appropriate chunking strategy helps maintain useful context while improving retrieval performance.</a:t>
            </a:r>
          </a:p>
        </p:txBody>
      </p:sp>
      <p:pic>
        <p:nvPicPr>
          <p:cNvPr id="4" name="Picture 3" descr="The image illustrates a data processing workflow, starting with loading data, chunking it, summarizing, embedding, and finally storing the embeddings in a vector store.&#10;&#10;AI-generated content may be incorrect.">
            <a:extLst>
              <a:ext uri="{FF2B5EF4-FFF2-40B4-BE49-F238E27FC236}">
                <a16:creationId xmlns:a16="http://schemas.microsoft.com/office/drawing/2014/main" id="{E9B1DBEB-FE97-F6CA-0F99-475A096C68C9}"/>
              </a:ext>
            </a:extLst>
          </p:cNvPr>
          <p:cNvPicPr>
            <a:picLocks noChangeAspect="1"/>
          </p:cNvPicPr>
          <p:nvPr/>
        </p:nvPicPr>
        <p:blipFill>
          <a:blip r:embed="rId2"/>
          <a:stretch>
            <a:fillRect/>
          </a:stretch>
        </p:blipFill>
        <p:spPr>
          <a:xfrm>
            <a:off x="5494351" y="922350"/>
            <a:ext cx="5066818" cy="2743201"/>
          </a:xfrm>
          <a:prstGeom prst="rect">
            <a:avLst/>
          </a:prstGeom>
        </p:spPr>
      </p:pic>
    </p:spTree>
    <p:extLst>
      <p:ext uri="{BB962C8B-B14F-4D97-AF65-F5344CB8AC3E}">
        <p14:creationId xmlns:p14="http://schemas.microsoft.com/office/powerpoint/2010/main" val="673386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5E9BB1F-D11A-87CE-826B-6EC136FE52B4}"/>
              </a:ext>
            </a:extLst>
          </p:cNvPr>
          <p:cNvSpPr>
            <a:spLocks noGrp="1"/>
          </p:cNvSpPr>
          <p:nvPr>
            <p:ph type="title"/>
          </p:nvPr>
        </p:nvSpPr>
        <p:spPr>
          <a:xfrm>
            <a:off x="0" y="237388"/>
            <a:ext cx="12192000" cy="971210"/>
          </a:xfrm>
          <a:solidFill>
            <a:srgbClr val="00B0F0"/>
          </a:solidFill>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4000" dirty="0"/>
              <a:t>Types of Chunking Approaches</a:t>
            </a:r>
          </a:p>
        </p:txBody>
      </p:sp>
      <p:sp>
        <p:nvSpPr>
          <p:cNvPr id="8" name="TextBox 7">
            <a:extLst>
              <a:ext uri="{FF2B5EF4-FFF2-40B4-BE49-F238E27FC236}">
                <a16:creationId xmlns:a16="http://schemas.microsoft.com/office/drawing/2014/main" id="{5A15F547-5740-9FD8-A1BB-400740D9130A}"/>
              </a:ext>
            </a:extLst>
          </p:cNvPr>
          <p:cNvSpPr txBox="1"/>
          <p:nvPr/>
        </p:nvSpPr>
        <p:spPr>
          <a:xfrm>
            <a:off x="1103864" y="1530048"/>
            <a:ext cx="8119649" cy="3416320"/>
          </a:xfrm>
          <a:prstGeom prst="rect">
            <a:avLst/>
          </a:prstGeom>
          <a:noFill/>
        </p:spPr>
        <p:txBody>
          <a:bodyPr wrap="square" rtlCol="0">
            <a:spAutoFit/>
          </a:bodyPr>
          <a:lstStyle/>
          <a:p>
            <a:r>
              <a:rPr lang="en-US" b="1" dirty="0"/>
              <a:t>Main Features</a:t>
            </a:r>
          </a:p>
          <a:p>
            <a:endParaRPr lang="en-US" b="1" dirty="0"/>
          </a:p>
          <a:p>
            <a:pPr marL="285750" lvl="0" indent="-285750">
              <a:buFont typeface="Wingdings" panose="05000000000000000000" pitchFamily="2" charset="2"/>
              <a:buChar char="Ø"/>
            </a:pPr>
            <a:r>
              <a:rPr lang="en-IN" dirty="0"/>
              <a:t>Fixed-Size Chunks </a:t>
            </a:r>
          </a:p>
          <a:p>
            <a:pPr marL="285750" lvl="0" indent="-285750">
              <a:buFont typeface="Wingdings" panose="05000000000000000000" pitchFamily="2" charset="2"/>
              <a:buChar char="Ø"/>
            </a:pPr>
            <a:r>
              <a:rPr lang="en-IN" dirty="0"/>
              <a:t>Semantic Chunks </a:t>
            </a:r>
          </a:p>
          <a:p>
            <a:pPr marL="285750" lvl="0" indent="-285750">
              <a:buFont typeface="Wingdings" panose="05000000000000000000" pitchFamily="2" charset="2"/>
              <a:buChar char="Ø"/>
            </a:pPr>
            <a:r>
              <a:rPr lang="en-IN" dirty="0"/>
              <a:t>Overlapping Chunks </a:t>
            </a:r>
          </a:p>
          <a:p>
            <a:pPr marL="285750" lvl="0" indent="-285750">
              <a:buFont typeface="Wingdings" panose="05000000000000000000" pitchFamily="2" charset="2"/>
              <a:buChar char="Ø"/>
            </a:pPr>
            <a:r>
              <a:rPr lang="en-IN" dirty="0"/>
              <a:t>Context Preservation</a:t>
            </a:r>
          </a:p>
          <a:p>
            <a:endParaRPr lang="en-US" dirty="0"/>
          </a:p>
          <a:p>
            <a:r>
              <a:rPr lang="en-US" b="1" dirty="0"/>
              <a:t>Description</a:t>
            </a:r>
          </a:p>
          <a:p>
            <a:r>
              <a:rPr lang="en-IN" dirty="0"/>
              <a:t>Different chunking approaches can be used depending on the structure and purpose of the source documents. The goal is to create useful information segments while preserving enough context for accurate retrieval.</a:t>
            </a:r>
          </a:p>
        </p:txBody>
      </p:sp>
    </p:spTree>
    <p:extLst>
      <p:ext uri="{BB962C8B-B14F-4D97-AF65-F5344CB8AC3E}">
        <p14:creationId xmlns:p14="http://schemas.microsoft.com/office/powerpoint/2010/main" val="185974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AB10154-5B1F-CDF6-8A0B-5907AA107CB2}"/>
              </a:ext>
            </a:extLst>
          </p:cNvPr>
          <p:cNvSpPr>
            <a:spLocks noGrp="1"/>
          </p:cNvSpPr>
          <p:nvPr>
            <p:ph type="title"/>
          </p:nvPr>
        </p:nvSpPr>
        <p:spPr>
          <a:xfrm>
            <a:off x="0" y="237388"/>
            <a:ext cx="12192000" cy="573646"/>
          </a:xfrm>
          <a:solidFill>
            <a:srgbClr val="00B0F0"/>
          </a:solidFill>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3200" dirty="0"/>
              <a:t>Managing Chunking Strategies with Bedrock</a:t>
            </a:r>
          </a:p>
        </p:txBody>
      </p:sp>
      <p:sp>
        <p:nvSpPr>
          <p:cNvPr id="8" name="TextBox 7">
            <a:extLst>
              <a:ext uri="{FF2B5EF4-FFF2-40B4-BE49-F238E27FC236}">
                <a16:creationId xmlns:a16="http://schemas.microsoft.com/office/drawing/2014/main" id="{8556B45E-E369-FDDD-CF47-5215D36249D5}"/>
              </a:ext>
            </a:extLst>
          </p:cNvPr>
          <p:cNvSpPr txBox="1"/>
          <p:nvPr/>
        </p:nvSpPr>
        <p:spPr>
          <a:xfrm>
            <a:off x="1103864" y="1530048"/>
            <a:ext cx="8119649" cy="3416320"/>
          </a:xfrm>
          <a:prstGeom prst="rect">
            <a:avLst/>
          </a:prstGeom>
          <a:noFill/>
        </p:spPr>
        <p:txBody>
          <a:bodyPr wrap="square" rtlCol="0">
            <a:spAutoFit/>
          </a:bodyPr>
          <a:lstStyle/>
          <a:p>
            <a:r>
              <a:rPr lang="en-US" b="1" dirty="0"/>
              <a:t>Main Features</a:t>
            </a:r>
          </a:p>
          <a:p>
            <a:endParaRPr lang="en-US" b="1" dirty="0"/>
          </a:p>
          <a:p>
            <a:pPr marL="285750" lvl="0" indent="-285750">
              <a:buFont typeface="Wingdings" panose="05000000000000000000" pitchFamily="2" charset="2"/>
              <a:buChar char="Ø"/>
            </a:pPr>
            <a:r>
              <a:rPr lang="en-IN" dirty="0"/>
              <a:t>Bedrock Knowledge Bases </a:t>
            </a:r>
          </a:p>
          <a:p>
            <a:pPr marL="285750" lvl="0" indent="-285750">
              <a:buFont typeface="Wingdings" panose="05000000000000000000" pitchFamily="2" charset="2"/>
              <a:buChar char="Ø"/>
            </a:pPr>
            <a:r>
              <a:rPr lang="en-IN" dirty="0"/>
              <a:t>Data Processing </a:t>
            </a:r>
          </a:p>
          <a:p>
            <a:pPr marL="285750" lvl="0" indent="-285750">
              <a:buFont typeface="Wingdings" panose="05000000000000000000" pitchFamily="2" charset="2"/>
              <a:buChar char="Ø"/>
            </a:pPr>
            <a:r>
              <a:rPr lang="en-IN" dirty="0"/>
              <a:t>Chunk Configuration </a:t>
            </a:r>
          </a:p>
          <a:p>
            <a:pPr marL="285750" lvl="0" indent="-285750">
              <a:buFont typeface="Wingdings" panose="05000000000000000000" pitchFamily="2" charset="2"/>
              <a:buChar char="Ø"/>
            </a:pPr>
            <a:r>
              <a:rPr lang="en-IN" dirty="0"/>
              <a:t>Retrieval Quality</a:t>
            </a:r>
          </a:p>
          <a:p>
            <a:endParaRPr lang="en-US" dirty="0"/>
          </a:p>
          <a:p>
            <a:r>
              <a:rPr lang="en-US" b="1" dirty="0"/>
              <a:t>Description</a:t>
            </a:r>
          </a:p>
          <a:p>
            <a:r>
              <a:rPr lang="en-IN" dirty="0"/>
              <a:t>Amazon Bedrock Knowledge Bases provide options for managing how source information is processed and divided for retrieval. Proper chunking configuration can help improve the quality and relevance of retrieved information.</a:t>
            </a:r>
          </a:p>
        </p:txBody>
      </p:sp>
    </p:spTree>
    <p:extLst>
      <p:ext uri="{BB962C8B-B14F-4D97-AF65-F5344CB8AC3E}">
        <p14:creationId xmlns:p14="http://schemas.microsoft.com/office/powerpoint/2010/main" val="3324089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BC586FC-1536-D972-9800-FC3325CA0D78}"/>
              </a:ext>
            </a:extLst>
          </p:cNvPr>
          <p:cNvSpPr>
            <a:spLocks noGrp="1"/>
          </p:cNvSpPr>
          <p:nvPr>
            <p:ph type="title"/>
          </p:nvPr>
        </p:nvSpPr>
        <p:spPr>
          <a:xfrm>
            <a:off x="0" y="237388"/>
            <a:ext cx="12192000" cy="573646"/>
          </a:xfrm>
          <a:solidFill>
            <a:srgbClr val="00B0F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Optimizing Vector Stores</a:t>
            </a:r>
          </a:p>
        </p:txBody>
      </p:sp>
      <p:sp>
        <p:nvSpPr>
          <p:cNvPr id="8" name="TextBox 7">
            <a:extLst>
              <a:ext uri="{FF2B5EF4-FFF2-40B4-BE49-F238E27FC236}">
                <a16:creationId xmlns:a16="http://schemas.microsoft.com/office/drawing/2014/main" id="{A44AD5BB-4857-8D6E-7B01-3A12B2AB7011}"/>
              </a:ext>
            </a:extLst>
          </p:cNvPr>
          <p:cNvSpPr txBox="1"/>
          <p:nvPr/>
        </p:nvSpPr>
        <p:spPr>
          <a:xfrm>
            <a:off x="1103864" y="1530048"/>
            <a:ext cx="8119649" cy="3416320"/>
          </a:xfrm>
          <a:prstGeom prst="rect">
            <a:avLst/>
          </a:prstGeom>
          <a:noFill/>
        </p:spPr>
        <p:txBody>
          <a:bodyPr wrap="square" rtlCol="0">
            <a:spAutoFit/>
          </a:bodyPr>
          <a:lstStyle/>
          <a:p>
            <a:r>
              <a:rPr lang="en-IN" b="1" dirty="0"/>
              <a:t>Main Features</a:t>
            </a:r>
          </a:p>
          <a:p>
            <a:endParaRPr lang="en-IN" b="1" dirty="0"/>
          </a:p>
          <a:p>
            <a:pPr marL="285750" lvl="0" indent="-285750">
              <a:buFont typeface="Wingdings" panose="05000000000000000000" pitchFamily="2" charset="2"/>
              <a:buChar char="Ø"/>
            </a:pPr>
            <a:r>
              <a:rPr lang="en-IN" dirty="0"/>
              <a:t>Vector Storage </a:t>
            </a:r>
          </a:p>
          <a:p>
            <a:pPr marL="285750" lvl="0" indent="-285750">
              <a:buFont typeface="Wingdings" panose="05000000000000000000" pitchFamily="2" charset="2"/>
              <a:buChar char="Ø"/>
            </a:pPr>
            <a:r>
              <a:rPr lang="en-IN" dirty="0"/>
              <a:t>Search Performance </a:t>
            </a:r>
          </a:p>
          <a:p>
            <a:pPr marL="285750" lvl="0" indent="-285750">
              <a:buFont typeface="Wingdings" panose="05000000000000000000" pitchFamily="2" charset="2"/>
              <a:buChar char="Ø"/>
            </a:pPr>
            <a:r>
              <a:rPr lang="en-IN" dirty="0"/>
              <a:t>Index Optimization </a:t>
            </a:r>
          </a:p>
          <a:p>
            <a:pPr marL="285750" lvl="0" indent="-285750">
              <a:buFont typeface="Wingdings" panose="05000000000000000000" pitchFamily="2" charset="2"/>
              <a:buChar char="Ø"/>
            </a:pPr>
            <a:r>
              <a:rPr lang="en-IN" dirty="0"/>
              <a:t>Retrieval Efficiency</a:t>
            </a:r>
          </a:p>
          <a:p>
            <a:endParaRPr lang="en-IN" dirty="0"/>
          </a:p>
          <a:p>
            <a:r>
              <a:rPr lang="en-IN" b="1" dirty="0"/>
              <a:t>Description</a:t>
            </a:r>
          </a:p>
          <a:p>
            <a:r>
              <a:rPr lang="en-IN" dirty="0"/>
              <a:t>Optimizing a vector store involves considering how embeddings are stored, indexed, and retrieved. Efficient vector storage and search can improve the performance of applications that depend on semantic retrieval.</a:t>
            </a:r>
          </a:p>
        </p:txBody>
      </p:sp>
      <p:pic>
        <p:nvPicPr>
          <p:cNvPr id="4" name="Picture 3" descr="The image illustrates a complex AWS architecture, including various regions like Seoul and Oregon, services such as Amazon Bedrock and OpenSearch, and components like search APIs and text embeddings, all connected through a network of peering connections.&#10;&#10;AI-generated content may be incorrect.">
            <a:extLst>
              <a:ext uri="{FF2B5EF4-FFF2-40B4-BE49-F238E27FC236}">
                <a16:creationId xmlns:a16="http://schemas.microsoft.com/office/drawing/2014/main" id="{FD5CEAF7-9F10-ED01-5547-E0197D0A5E97}"/>
              </a:ext>
            </a:extLst>
          </p:cNvPr>
          <p:cNvPicPr>
            <a:picLocks noChangeAspect="1"/>
          </p:cNvPicPr>
          <p:nvPr/>
        </p:nvPicPr>
        <p:blipFill>
          <a:blip r:embed="rId2"/>
          <a:stretch>
            <a:fillRect/>
          </a:stretch>
        </p:blipFill>
        <p:spPr>
          <a:xfrm>
            <a:off x="5163688" y="961835"/>
            <a:ext cx="5616271" cy="2759376"/>
          </a:xfrm>
          <a:prstGeom prst="rect">
            <a:avLst/>
          </a:prstGeom>
        </p:spPr>
      </p:pic>
    </p:spTree>
    <p:extLst>
      <p:ext uri="{BB962C8B-B14F-4D97-AF65-F5344CB8AC3E}">
        <p14:creationId xmlns:p14="http://schemas.microsoft.com/office/powerpoint/2010/main" val="4261812952"/>
      </p:ext>
    </p:extLst>
  </p:cSld>
  <p:clrMapOvr>
    <a:masterClrMapping/>
  </p:clrMapOvr>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6282DC-5D67-4C19-9A05-C65D9BF7BC7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3667383-B7F3-43FC-8965-135FDDEABCC5}">
  <ds:schemaRefs>
    <ds:schemaRef ds:uri="http://schemas.microsoft.com/sharepoint/v3/contenttype/forms"/>
  </ds:schemaRefs>
</ds:datastoreItem>
</file>

<file path=customXml/itemProps3.xml><?xml version="1.0" encoding="utf-8"?>
<ds:datastoreItem xmlns:ds="http://schemas.openxmlformats.org/officeDocument/2006/customXml" ds:itemID="{12135656-72CC-4564-823F-B30D029964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{EAC1584E-BD28-47EF-9630-F926C5E5F6FA}05f950ec-c865-457c-93ae-9eb2ef1c603f-TFa19fa653-f273-4169-96ef-448bb1cd1027_win32</Template>
  <TotalTime>301</TotalTime>
  <Words>394</Words>
  <Application>Microsoft Office PowerPoint</Application>
  <PresentationFormat>Widescreen</PresentationFormat>
  <Paragraphs>86</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Neue Haas Grotesk Text Pro</vt:lpstr>
      <vt:lpstr>Wingdings</vt:lpstr>
      <vt:lpstr>OasisVTI</vt:lpstr>
      <vt:lpstr>PowerPoint Presentation</vt:lpstr>
      <vt:lpstr>OpenSearch, Chunking Strategies &amp; Vector Store Optimization</vt:lpstr>
      <vt:lpstr>Amazon OpenSearch in Generative AI</vt:lpstr>
      <vt:lpstr>Importance of OpenSearch</vt:lpstr>
      <vt:lpstr>Pre-Retrieval Strategies</vt:lpstr>
      <vt:lpstr>Chunking Strategies</vt:lpstr>
      <vt:lpstr>Types of Chunking Approaches</vt:lpstr>
      <vt:lpstr>Managing Chunking Strategies with Bedrock</vt:lpstr>
      <vt:lpstr>Optimizing Vector Stores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 Mahadeva</dc:creator>
  <cp:lastModifiedBy>Naga Mahadeva</cp:lastModifiedBy>
  <cp:revision>1</cp:revision>
  <dcterms:created xsi:type="dcterms:W3CDTF">2026-05-22T01:39:06Z</dcterms:created>
  <dcterms:modified xsi:type="dcterms:W3CDTF">2026-09-18T14:10:20Z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