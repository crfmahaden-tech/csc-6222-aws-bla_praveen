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4"/>
  </p:sldMasterIdLst>
  <p:notesMasterIdLst>
    <p:notesMasterId r:id="rId15"/>
  </p:notesMasterIdLst>
  <p:sldIdLst>
    <p:sldId id="2767" r:id="rId5"/>
    <p:sldId id="2768" r:id="rId6"/>
    <p:sldId id="2769" r:id="rId7"/>
    <p:sldId id="2770" r:id="rId8"/>
    <p:sldId id="2771" r:id="rId9"/>
    <p:sldId id="2772" r:id="rId10"/>
    <p:sldId id="2773" r:id="rId11"/>
    <p:sldId id="2774" r:id="rId12"/>
    <p:sldId id="2775" r:id="rId13"/>
    <p:sldId id="2776"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9762FA8-C212-4466-9326-294C33BF2869}" v="28" dt="2026-09-18T13:00:16.5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95"/>
  </p:normalViewPr>
  <p:slideViewPr>
    <p:cSldViewPr snapToGrid="0">
      <p:cViewPr varScale="1">
        <p:scale>
          <a:sx n="120" d="100"/>
          <a:sy n="120" d="100"/>
        </p:scale>
        <p:origin x="120"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ga Mahadeva" userId="2d3d2e38f9c357bf" providerId="LiveId" clId="{89A268DB-4518-41DC-B1E4-35446A2DC78F}"/>
    <pc:docChg chg="undo custSel delSld modSld">
      <pc:chgData name="Naga Mahadeva" userId="2d3d2e38f9c357bf" providerId="LiveId" clId="{89A268DB-4518-41DC-B1E4-35446A2DC78F}" dt="2026-09-18T13:04:43.114" v="549" actId="1076"/>
      <pc:docMkLst>
        <pc:docMk/>
      </pc:docMkLst>
      <pc:sldChg chg="addSp modSp mod">
        <pc:chgData name="Naga Mahadeva" userId="2d3d2e38f9c357bf" providerId="LiveId" clId="{89A268DB-4518-41DC-B1E4-35446A2DC78F}" dt="2026-09-18T02:12:11.191" v="419" actId="1076"/>
        <pc:sldMkLst>
          <pc:docMk/>
          <pc:sldMk cId="4182614578" sldId="2767"/>
        </pc:sldMkLst>
        <pc:spChg chg="mod">
          <ac:chgData name="Naga Mahadeva" userId="2d3d2e38f9c357bf" providerId="LiveId" clId="{89A268DB-4518-41DC-B1E4-35446A2DC78F}" dt="2026-09-18T02:12:01.651" v="418"/>
          <ac:spMkLst>
            <pc:docMk/>
            <pc:sldMk cId="4182614578" sldId="2767"/>
            <ac:spMk id="3" creationId="{7604D864-A6BD-C75F-9B88-BAB58775ABDD}"/>
          </ac:spMkLst>
        </pc:spChg>
        <pc:spChg chg="mod">
          <ac:chgData name="Naga Mahadeva" userId="2d3d2e38f9c357bf" providerId="LiveId" clId="{89A268DB-4518-41DC-B1E4-35446A2DC78F}" dt="2026-09-18T02:12:11.191" v="419" actId="1076"/>
          <ac:spMkLst>
            <pc:docMk/>
            <pc:sldMk cId="4182614578" sldId="2767"/>
            <ac:spMk id="7" creationId="{396580F1-5F2C-1782-40E0-83E80CDC0535}"/>
          </ac:spMkLst>
        </pc:spChg>
      </pc:sldChg>
      <pc:sldChg chg="addSp delSp modSp mod">
        <pc:chgData name="Naga Mahadeva" userId="2d3d2e38f9c357bf" providerId="LiveId" clId="{89A268DB-4518-41DC-B1E4-35446A2DC78F}" dt="2026-09-18T02:15:36.481" v="435" actId="1076"/>
        <pc:sldMkLst>
          <pc:docMk/>
          <pc:sldMk cId="2523674139" sldId="2768"/>
        </pc:sldMkLst>
        <pc:spChg chg="mod">
          <ac:chgData name="Naga Mahadeva" userId="2d3d2e38f9c357bf" providerId="LiveId" clId="{89A268DB-4518-41DC-B1E4-35446A2DC78F}" dt="2026-09-18T02:13:14.928" v="422" actId="14100"/>
          <ac:spMkLst>
            <pc:docMk/>
            <pc:sldMk cId="2523674139" sldId="2768"/>
            <ac:spMk id="7" creationId="{28F859CA-7C72-396B-A011-01E1A52FC6AE}"/>
          </ac:spMkLst>
        </pc:spChg>
        <pc:spChg chg="mod">
          <ac:chgData name="Naga Mahadeva" userId="2d3d2e38f9c357bf" providerId="LiveId" clId="{89A268DB-4518-41DC-B1E4-35446A2DC78F}" dt="2026-09-18T02:13:57.519" v="426" actId="20577"/>
          <ac:spMkLst>
            <pc:docMk/>
            <pc:sldMk cId="2523674139" sldId="2768"/>
            <ac:spMk id="9" creationId="{40ADE7B3-947E-7624-EAA2-7BD216246076}"/>
          </ac:spMkLst>
        </pc:spChg>
        <pc:picChg chg="add del mod">
          <ac:chgData name="Naga Mahadeva" userId="2d3d2e38f9c357bf" providerId="LiveId" clId="{89A268DB-4518-41DC-B1E4-35446A2DC78F}" dt="2026-09-18T02:13:11.234" v="421" actId="478"/>
          <ac:picMkLst>
            <pc:docMk/>
            <pc:sldMk cId="2523674139" sldId="2768"/>
            <ac:picMk id="3" creationId="{005F2AB0-B991-8AE5-AE7C-3A5041ECED4F}"/>
          </ac:picMkLst>
        </pc:picChg>
        <pc:picChg chg="add mod">
          <ac:chgData name="Naga Mahadeva" userId="2d3d2e38f9c357bf" providerId="LiveId" clId="{89A268DB-4518-41DC-B1E4-35446A2DC78F}" dt="2026-09-18T02:15:36.481" v="435" actId="1076"/>
          <ac:picMkLst>
            <pc:docMk/>
            <pc:sldMk cId="2523674139" sldId="2768"/>
            <ac:picMk id="4" creationId="{F5591E7A-7E91-0ECE-DCCC-7FD6FC6428EE}"/>
          </ac:picMkLst>
        </pc:picChg>
      </pc:sldChg>
      <pc:sldChg chg="addSp delSp modSp mod">
        <pc:chgData name="Naga Mahadeva" userId="2d3d2e38f9c357bf" providerId="LiveId" clId="{89A268DB-4518-41DC-B1E4-35446A2DC78F}" dt="2026-09-18T02:18:21.195" v="449" actId="1076"/>
        <pc:sldMkLst>
          <pc:docMk/>
          <pc:sldMk cId="501066885" sldId="2769"/>
        </pc:sldMkLst>
        <pc:spChg chg="mod">
          <ac:chgData name="Naga Mahadeva" userId="2d3d2e38f9c357bf" providerId="LiveId" clId="{89A268DB-4518-41DC-B1E4-35446A2DC78F}" dt="2026-09-18T02:16:39.238" v="440"/>
          <ac:spMkLst>
            <pc:docMk/>
            <pc:sldMk cId="501066885" sldId="2769"/>
            <ac:spMk id="7" creationId="{C78C6B7F-085C-9294-EFAC-03451D3A03E5}"/>
          </ac:spMkLst>
        </pc:spChg>
        <pc:spChg chg="mod">
          <ac:chgData name="Naga Mahadeva" userId="2d3d2e38f9c357bf" providerId="LiveId" clId="{89A268DB-4518-41DC-B1E4-35446A2DC78F}" dt="2026-09-18T02:16:04.942" v="437" actId="27636"/>
          <ac:spMkLst>
            <pc:docMk/>
            <pc:sldMk cId="501066885" sldId="2769"/>
            <ac:spMk id="9" creationId="{D9CB54BA-DE5C-EB6E-FBFE-20BF50F8B8CA}"/>
          </ac:spMkLst>
        </pc:spChg>
        <pc:picChg chg="add del mod">
          <ac:chgData name="Naga Mahadeva" userId="2d3d2e38f9c357bf" providerId="LiveId" clId="{89A268DB-4518-41DC-B1E4-35446A2DC78F}" dt="2026-09-18T02:18:05.792" v="441" actId="478"/>
          <ac:picMkLst>
            <pc:docMk/>
            <pc:sldMk cId="501066885" sldId="2769"/>
            <ac:picMk id="3" creationId="{5B9889E9-71FA-82F9-907E-6944B9287D0C}"/>
          </ac:picMkLst>
        </pc:picChg>
        <pc:picChg chg="add mod">
          <ac:chgData name="Naga Mahadeva" userId="2d3d2e38f9c357bf" providerId="LiveId" clId="{89A268DB-4518-41DC-B1E4-35446A2DC78F}" dt="2026-09-18T02:18:21.195" v="449" actId="1076"/>
          <ac:picMkLst>
            <pc:docMk/>
            <pc:sldMk cId="501066885" sldId="2769"/>
            <ac:picMk id="4" creationId="{A27EC4BC-D746-441A-C494-C6D5C73D4ED1}"/>
          </ac:picMkLst>
        </pc:picChg>
      </pc:sldChg>
      <pc:sldChg chg="addSp delSp modSp mod">
        <pc:chgData name="Naga Mahadeva" userId="2d3d2e38f9c357bf" providerId="LiveId" clId="{89A268DB-4518-41DC-B1E4-35446A2DC78F}" dt="2026-09-18T02:20:37.408" v="468" actId="14100"/>
        <pc:sldMkLst>
          <pc:docMk/>
          <pc:sldMk cId="1992267581" sldId="2770"/>
        </pc:sldMkLst>
        <pc:spChg chg="mod">
          <ac:chgData name="Naga Mahadeva" userId="2d3d2e38f9c357bf" providerId="LiveId" clId="{89A268DB-4518-41DC-B1E4-35446A2DC78F}" dt="2026-09-18T02:19:11.569" v="456"/>
          <ac:spMkLst>
            <pc:docMk/>
            <pc:sldMk cId="1992267581" sldId="2770"/>
            <ac:spMk id="7" creationId="{AB72A493-14A7-8A96-4441-F4832FBFAAE1}"/>
          </ac:spMkLst>
        </pc:spChg>
        <pc:spChg chg="mod">
          <ac:chgData name="Naga Mahadeva" userId="2d3d2e38f9c357bf" providerId="LiveId" clId="{89A268DB-4518-41DC-B1E4-35446A2DC78F}" dt="2026-09-18T02:18:37.736" v="452" actId="14100"/>
          <ac:spMkLst>
            <pc:docMk/>
            <pc:sldMk cId="1992267581" sldId="2770"/>
            <ac:spMk id="9" creationId="{75925430-0878-B328-D60C-3C46E3A35A8E}"/>
          </ac:spMkLst>
        </pc:spChg>
        <pc:picChg chg="add mod">
          <ac:chgData name="Naga Mahadeva" userId="2d3d2e38f9c357bf" providerId="LiveId" clId="{89A268DB-4518-41DC-B1E4-35446A2DC78F}" dt="2026-09-18T02:20:37.408" v="468" actId="14100"/>
          <ac:picMkLst>
            <pc:docMk/>
            <pc:sldMk cId="1992267581" sldId="2770"/>
            <ac:picMk id="3" creationId="{08B25B00-3621-6D63-E7C8-FCB802F368C2}"/>
          </ac:picMkLst>
        </pc:picChg>
        <pc:picChg chg="add del mod">
          <ac:chgData name="Naga Mahadeva" userId="2d3d2e38f9c357bf" providerId="LiveId" clId="{89A268DB-4518-41DC-B1E4-35446A2DC78F}" dt="2026-09-18T02:19:13.790" v="457" actId="478"/>
          <ac:picMkLst>
            <pc:docMk/>
            <pc:sldMk cId="1992267581" sldId="2770"/>
            <ac:picMk id="4" creationId="{04B3EE97-A67D-446D-CDA2-C008AAE3DF19}"/>
          </ac:picMkLst>
        </pc:picChg>
      </pc:sldChg>
      <pc:sldChg chg="addSp delSp modSp mod">
        <pc:chgData name="Naga Mahadeva" userId="2d3d2e38f9c357bf" providerId="LiveId" clId="{89A268DB-4518-41DC-B1E4-35446A2DC78F}" dt="2026-09-18T02:21:37.169" v="476" actId="1076"/>
        <pc:sldMkLst>
          <pc:docMk/>
          <pc:sldMk cId="4290495646" sldId="2771"/>
        </pc:sldMkLst>
        <pc:spChg chg="mod">
          <ac:chgData name="Naga Mahadeva" userId="2d3d2e38f9c357bf" providerId="LiveId" clId="{89A268DB-4518-41DC-B1E4-35446A2DC78F}" dt="2026-09-18T02:20:57.332" v="469"/>
          <ac:spMkLst>
            <pc:docMk/>
            <pc:sldMk cId="4290495646" sldId="2771"/>
            <ac:spMk id="7" creationId="{F5A900BB-2082-BDB1-9B47-92E75EC284B1}"/>
          </ac:spMkLst>
        </pc:spChg>
        <pc:spChg chg="mod">
          <ac:chgData name="Naga Mahadeva" userId="2d3d2e38f9c357bf" providerId="LiveId" clId="{89A268DB-4518-41DC-B1E4-35446A2DC78F}" dt="2026-09-18T02:21:24.235" v="472"/>
          <ac:spMkLst>
            <pc:docMk/>
            <pc:sldMk cId="4290495646" sldId="2771"/>
            <ac:spMk id="8" creationId="{58190787-969A-0913-6F9F-5B1310FC9333}"/>
          </ac:spMkLst>
        </pc:spChg>
        <pc:picChg chg="add mod">
          <ac:chgData name="Naga Mahadeva" userId="2d3d2e38f9c357bf" providerId="LiveId" clId="{89A268DB-4518-41DC-B1E4-35446A2DC78F}" dt="2026-09-18T02:21:37.169" v="476" actId="1076"/>
          <ac:picMkLst>
            <pc:docMk/>
            <pc:sldMk cId="4290495646" sldId="2771"/>
            <ac:picMk id="4" creationId="{876BD22D-19B3-1FB0-1A71-686ED4890412}"/>
          </ac:picMkLst>
        </pc:picChg>
      </pc:sldChg>
      <pc:sldChg chg="addSp delSp modSp mod">
        <pc:chgData name="Naga Mahadeva" userId="2d3d2e38f9c357bf" providerId="LiveId" clId="{89A268DB-4518-41DC-B1E4-35446A2DC78F}" dt="2026-09-18T02:23:20.150" v="490" actId="1076"/>
        <pc:sldMkLst>
          <pc:docMk/>
          <pc:sldMk cId="673386160" sldId="2772"/>
        </pc:sldMkLst>
        <pc:spChg chg="mod">
          <ac:chgData name="Naga Mahadeva" userId="2d3d2e38f9c357bf" providerId="LiveId" clId="{89A268DB-4518-41DC-B1E4-35446A2DC78F}" dt="2026-09-18T02:21:53.842" v="477"/>
          <ac:spMkLst>
            <pc:docMk/>
            <pc:sldMk cId="673386160" sldId="2772"/>
            <ac:spMk id="7" creationId="{5A729299-2ACE-58EE-C6A2-9612CF07C785}"/>
          </ac:spMkLst>
        </pc:spChg>
        <pc:spChg chg="mod">
          <ac:chgData name="Naga Mahadeva" userId="2d3d2e38f9c357bf" providerId="LiveId" clId="{89A268DB-4518-41DC-B1E4-35446A2DC78F}" dt="2026-09-18T02:22:20.477" v="480"/>
          <ac:spMkLst>
            <pc:docMk/>
            <pc:sldMk cId="673386160" sldId="2772"/>
            <ac:spMk id="8" creationId="{C7513FB3-E6AA-239A-7A9B-384CC113B573}"/>
          </ac:spMkLst>
        </pc:spChg>
        <pc:picChg chg="add del mod">
          <ac:chgData name="Naga Mahadeva" userId="2d3d2e38f9c357bf" providerId="LiveId" clId="{89A268DB-4518-41DC-B1E4-35446A2DC78F}" dt="2026-09-18T02:23:02.613" v="481" actId="478"/>
          <ac:picMkLst>
            <pc:docMk/>
            <pc:sldMk cId="673386160" sldId="2772"/>
            <ac:picMk id="3" creationId="{6D20D633-33C8-04FC-DFE8-8856553274A9}"/>
          </ac:picMkLst>
        </pc:picChg>
        <pc:picChg chg="add mod">
          <ac:chgData name="Naga Mahadeva" userId="2d3d2e38f9c357bf" providerId="LiveId" clId="{89A268DB-4518-41DC-B1E4-35446A2DC78F}" dt="2026-09-18T02:23:20.150" v="490" actId="1076"/>
          <ac:picMkLst>
            <pc:docMk/>
            <pc:sldMk cId="673386160" sldId="2772"/>
            <ac:picMk id="4" creationId="{B89571CE-6786-5BA7-8697-1F0FDC6F158E}"/>
          </ac:picMkLst>
        </pc:picChg>
      </pc:sldChg>
      <pc:sldChg chg="addSp delSp modSp mod">
        <pc:chgData name="Naga Mahadeva" userId="2d3d2e38f9c357bf" providerId="LiveId" clId="{89A268DB-4518-41DC-B1E4-35446A2DC78F}" dt="2026-09-18T02:26:17.500" v="502" actId="962"/>
        <pc:sldMkLst>
          <pc:docMk/>
          <pc:sldMk cId="185974604" sldId="2773"/>
        </pc:sldMkLst>
        <pc:spChg chg="mod">
          <ac:chgData name="Naga Mahadeva" userId="2d3d2e38f9c357bf" providerId="LiveId" clId="{89A268DB-4518-41DC-B1E4-35446A2DC78F}" dt="2026-09-18T02:23:35.693" v="491"/>
          <ac:spMkLst>
            <pc:docMk/>
            <pc:sldMk cId="185974604" sldId="2773"/>
            <ac:spMk id="7" creationId="{05E9BB1F-D11A-87CE-826B-6EC136FE52B4}"/>
          </ac:spMkLst>
        </pc:spChg>
        <pc:spChg chg="mod">
          <ac:chgData name="Naga Mahadeva" userId="2d3d2e38f9c357bf" providerId="LiveId" clId="{89A268DB-4518-41DC-B1E4-35446A2DC78F}" dt="2026-09-18T02:24:04.341" v="494"/>
          <ac:spMkLst>
            <pc:docMk/>
            <pc:sldMk cId="185974604" sldId="2773"/>
            <ac:spMk id="8" creationId="{5A15F547-5740-9FD8-A1BB-400740D9130A}"/>
          </ac:spMkLst>
        </pc:spChg>
        <pc:picChg chg="add del mod">
          <ac:chgData name="Naga Mahadeva" userId="2d3d2e38f9c357bf" providerId="LiveId" clId="{89A268DB-4518-41DC-B1E4-35446A2DC78F}" dt="2026-09-18T02:24:06.982" v="495" actId="478"/>
          <ac:picMkLst>
            <pc:docMk/>
            <pc:sldMk cId="185974604" sldId="2773"/>
            <ac:picMk id="3" creationId="{C627A3F3-2545-8998-EE63-B3875C00FB8F}"/>
          </ac:picMkLst>
        </pc:picChg>
        <pc:picChg chg="add mod">
          <ac:chgData name="Naga Mahadeva" userId="2d3d2e38f9c357bf" providerId="LiveId" clId="{89A268DB-4518-41DC-B1E4-35446A2DC78F}" dt="2026-09-18T02:26:17.500" v="502" actId="962"/>
          <ac:picMkLst>
            <pc:docMk/>
            <pc:sldMk cId="185974604" sldId="2773"/>
            <ac:picMk id="4" creationId="{96FE9FDE-3047-5625-6673-5DB2D61371C5}"/>
          </ac:picMkLst>
        </pc:picChg>
      </pc:sldChg>
      <pc:sldChg chg="addSp delSp modSp mod">
        <pc:chgData name="Naga Mahadeva" userId="2d3d2e38f9c357bf" providerId="LiveId" clId="{89A268DB-4518-41DC-B1E4-35446A2DC78F}" dt="2026-09-18T12:56:27.471" v="517" actId="27614"/>
        <pc:sldMkLst>
          <pc:docMk/>
          <pc:sldMk cId="3324089155" sldId="2774"/>
        </pc:sldMkLst>
        <pc:spChg chg="mod">
          <ac:chgData name="Naga Mahadeva" userId="2d3d2e38f9c357bf" providerId="LiveId" clId="{89A268DB-4518-41DC-B1E4-35446A2DC78F}" dt="2026-09-18T12:53:20.698" v="503"/>
          <ac:spMkLst>
            <pc:docMk/>
            <pc:sldMk cId="3324089155" sldId="2774"/>
            <ac:spMk id="7" creationId="{BAB10154-5B1F-CDF6-8A0B-5907AA107CB2}"/>
          </ac:spMkLst>
        </pc:spChg>
        <pc:spChg chg="mod">
          <ac:chgData name="Naga Mahadeva" userId="2d3d2e38f9c357bf" providerId="LiveId" clId="{89A268DB-4518-41DC-B1E4-35446A2DC78F}" dt="2026-09-18T12:54:07.412" v="510" actId="20577"/>
          <ac:spMkLst>
            <pc:docMk/>
            <pc:sldMk cId="3324089155" sldId="2774"/>
            <ac:spMk id="8" creationId="{8556B45E-E369-FDDD-CF47-5215D36249D5}"/>
          </ac:spMkLst>
        </pc:spChg>
        <pc:picChg chg="add del mod">
          <ac:chgData name="Naga Mahadeva" userId="2d3d2e38f9c357bf" providerId="LiveId" clId="{89A268DB-4518-41DC-B1E4-35446A2DC78F}" dt="2026-09-18T12:54:10.262" v="511" actId="478"/>
          <ac:picMkLst>
            <pc:docMk/>
            <pc:sldMk cId="3324089155" sldId="2774"/>
            <ac:picMk id="3" creationId="{0A635FB4-96C1-0A2B-324C-8B6F69357716}"/>
          </ac:picMkLst>
        </pc:picChg>
        <pc:picChg chg="add mod">
          <ac:chgData name="Naga Mahadeva" userId="2d3d2e38f9c357bf" providerId="LiveId" clId="{89A268DB-4518-41DC-B1E4-35446A2DC78F}" dt="2026-09-18T12:56:27.471" v="517" actId="27614"/>
          <ac:picMkLst>
            <pc:docMk/>
            <pc:sldMk cId="3324089155" sldId="2774"/>
            <ac:picMk id="4" creationId="{CCA1C666-2A53-3872-65F0-A0D9B8E8AEBA}"/>
          </ac:picMkLst>
        </pc:picChg>
      </pc:sldChg>
      <pc:sldChg chg="addSp delSp modSp mod">
        <pc:chgData name="Naga Mahadeva" userId="2d3d2e38f9c357bf" providerId="LiveId" clId="{89A268DB-4518-41DC-B1E4-35446A2DC78F}" dt="2026-09-18T12:59:17.161" v="533" actId="14100"/>
        <pc:sldMkLst>
          <pc:docMk/>
          <pc:sldMk cId="4261812952" sldId="2775"/>
        </pc:sldMkLst>
        <pc:spChg chg="mod">
          <ac:chgData name="Naga Mahadeva" userId="2d3d2e38f9c357bf" providerId="LiveId" clId="{89A268DB-4518-41DC-B1E4-35446A2DC78F}" dt="2026-09-18T12:56:41.372" v="518"/>
          <ac:spMkLst>
            <pc:docMk/>
            <pc:sldMk cId="4261812952" sldId="2775"/>
            <ac:spMk id="7" creationId="{6BC586FC-1536-D972-9800-FC3325CA0D78}"/>
          </ac:spMkLst>
        </pc:spChg>
        <pc:spChg chg="mod">
          <ac:chgData name="Naga Mahadeva" userId="2d3d2e38f9c357bf" providerId="LiveId" clId="{89A268DB-4518-41DC-B1E4-35446A2DC78F}" dt="2026-09-18T12:57:16.970" v="522"/>
          <ac:spMkLst>
            <pc:docMk/>
            <pc:sldMk cId="4261812952" sldId="2775"/>
            <ac:spMk id="8" creationId="{A44AD5BB-4857-8D6E-7B01-3A12B2AB7011}"/>
          </ac:spMkLst>
        </pc:spChg>
        <pc:picChg chg="add del mod">
          <ac:chgData name="Naga Mahadeva" userId="2d3d2e38f9c357bf" providerId="LiveId" clId="{89A268DB-4518-41DC-B1E4-35446A2DC78F}" dt="2026-09-18T12:58:55.246" v="523" actId="478"/>
          <ac:picMkLst>
            <pc:docMk/>
            <pc:sldMk cId="4261812952" sldId="2775"/>
            <ac:picMk id="3" creationId="{E1709845-EC0B-22E8-69D2-3E5C1DD81768}"/>
          </ac:picMkLst>
        </pc:picChg>
        <pc:picChg chg="add mod">
          <ac:chgData name="Naga Mahadeva" userId="2d3d2e38f9c357bf" providerId="LiveId" clId="{89A268DB-4518-41DC-B1E4-35446A2DC78F}" dt="2026-09-18T12:59:17.161" v="533" actId="14100"/>
          <ac:picMkLst>
            <pc:docMk/>
            <pc:sldMk cId="4261812952" sldId="2775"/>
            <ac:picMk id="4" creationId="{BCAB1371-F840-3B2B-65E3-2417DF2C6B00}"/>
          </ac:picMkLst>
        </pc:picChg>
      </pc:sldChg>
      <pc:sldChg chg="addSp delSp modSp mod">
        <pc:chgData name="Naga Mahadeva" userId="2d3d2e38f9c357bf" providerId="LiveId" clId="{89A268DB-4518-41DC-B1E4-35446A2DC78F}" dt="2026-09-18T13:04:43.114" v="549" actId="1076"/>
        <pc:sldMkLst>
          <pc:docMk/>
          <pc:sldMk cId="2233627133" sldId="2776"/>
        </pc:sldMkLst>
        <pc:spChg chg="mod">
          <ac:chgData name="Naga Mahadeva" userId="2d3d2e38f9c357bf" providerId="LiveId" clId="{89A268DB-4518-41DC-B1E4-35446A2DC78F}" dt="2026-09-18T12:59:40.311" v="534"/>
          <ac:spMkLst>
            <pc:docMk/>
            <pc:sldMk cId="2233627133" sldId="2776"/>
            <ac:spMk id="7" creationId="{C1BD7516-7145-1E87-2B75-069958BF6294}"/>
          </ac:spMkLst>
        </pc:spChg>
        <pc:spChg chg="mod">
          <ac:chgData name="Naga Mahadeva" userId="2d3d2e38f9c357bf" providerId="LiveId" clId="{89A268DB-4518-41DC-B1E4-35446A2DC78F}" dt="2026-09-18T13:00:20.114" v="539" actId="20577"/>
          <ac:spMkLst>
            <pc:docMk/>
            <pc:sldMk cId="2233627133" sldId="2776"/>
            <ac:spMk id="8" creationId="{76F90712-F305-46B7-6DAD-26942F7F2B41}"/>
          </ac:spMkLst>
        </pc:spChg>
        <pc:picChg chg="add del mod">
          <ac:chgData name="Naga Mahadeva" userId="2d3d2e38f9c357bf" providerId="LiveId" clId="{89A268DB-4518-41DC-B1E4-35446A2DC78F}" dt="2026-09-18T13:03:28.399" v="540" actId="478"/>
          <ac:picMkLst>
            <pc:docMk/>
            <pc:sldMk cId="2233627133" sldId="2776"/>
            <ac:picMk id="3" creationId="{4FB11D8E-EC04-4DAC-D43F-A269985D993D}"/>
          </ac:picMkLst>
        </pc:picChg>
        <pc:picChg chg="add mod">
          <ac:chgData name="Naga Mahadeva" userId="2d3d2e38f9c357bf" providerId="LiveId" clId="{89A268DB-4518-41DC-B1E4-35446A2DC78F}" dt="2026-09-18T13:04:43.114" v="549" actId="1076"/>
          <ac:picMkLst>
            <pc:docMk/>
            <pc:sldMk cId="2233627133" sldId="2776"/>
            <ac:picMk id="4" creationId="{95E5A9F3-D612-5D8C-6653-D3A437A43F03}"/>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2D05EE-1874-40CA-ACBB-AAFE8CEAEC56}" type="datetimeFigureOut">
              <a:t>9/17/2026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9B9498-FDEE-4498-AC3A-C83DFCC8A50A}" type="slidenum">
              <a:t>‹#›</a:t>
            </a:fld>
            <a:endParaRPr lang="en-US" dirty="0"/>
          </a:p>
        </p:txBody>
      </p:sp>
    </p:spTree>
    <p:extLst>
      <p:ext uri="{BB962C8B-B14F-4D97-AF65-F5344CB8AC3E}">
        <p14:creationId xmlns:p14="http://schemas.microsoft.com/office/powerpoint/2010/main" val="9007769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65C32D-63EE-4133-9108-A2BD34E475D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371621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09B9498-FDEE-4498-AC3A-C83DFCC8A50A}" type="slidenum">
              <a:rPr lang="en-IN" smtClean="0"/>
              <a:t>10</a:t>
            </a:fld>
            <a:endParaRPr lang="en-IN" dirty="0"/>
          </a:p>
        </p:txBody>
      </p:sp>
    </p:spTree>
    <p:extLst>
      <p:ext uri="{BB962C8B-B14F-4D97-AF65-F5344CB8AC3E}">
        <p14:creationId xmlns:p14="http://schemas.microsoft.com/office/powerpoint/2010/main" val="8464330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31172" y="3425399"/>
            <a:ext cx="7685140" cy="2621154"/>
          </a:xfrm>
        </p:spPr>
        <p:txBody>
          <a:bodyPr anchor="b">
            <a:noAutofit/>
          </a:bodyPr>
          <a:lstStyle>
            <a:lvl1pPr algn="l">
              <a:defRPr sz="7200">
                <a:solidFill>
                  <a:schemeClr val="bg2"/>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31172" y="415057"/>
            <a:ext cx="7685139" cy="1414091"/>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B04EF954-66B1-4168-AF40-97F3DAF43FC4}" type="datetime1">
              <a:rPr lang="en-US" smtClean="0"/>
              <a:t>9/17/2026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84C450F2-3BB4-4AE4-8A35-A9D7AEA4C850}" type="slidenum">
              <a:rPr lang="en-US" smtClean="0"/>
              <a:pPr/>
              <a:t>‹#›</a:t>
            </a:fld>
            <a:endParaRPr lang="en-US" dirty="0"/>
          </a:p>
        </p:txBody>
      </p:sp>
    </p:spTree>
    <p:extLst>
      <p:ext uri="{BB962C8B-B14F-4D97-AF65-F5344CB8AC3E}">
        <p14:creationId xmlns:p14="http://schemas.microsoft.com/office/powerpoint/2010/main" val="611351099"/>
      </p:ext>
    </p:extLst>
  </p:cSld>
  <p:clrMapOvr>
    <a:masterClrMapping/>
  </p:clrMapOvr>
  <p:extLst>
    <p:ext uri="{DCECCB84-F9BA-43D5-87BE-67443E8EF086}">
      <p15:sldGuideLst xmlns:p15="http://schemas.microsoft.com/office/powerpoint/2012/main">
        <p15:guide id="3" orient="horz" pos="2160">
          <p15:clr>
            <a:srgbClr val="FBAE40"/>
          </p15:clr>
        </p15:guide>
        <p15:guide id="4"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431172" y="553616"/>
            <a:ext cx="7914087" cy="4008859"/>
          </a:xfrm>
        </p:spPr>
        <p:txBody>
          <a:bodyPr anchor="t">
            <a:normAutofit/>
          </a:bodyPr>
          <a:lstStyle>
            <a:lvl1pPr>
              <a:defRPr sz="6000" cap="all" baseline="0"/>
            </a:lvl1pPr>
          </a:lstStyle>
          <a:p>
            <a:r>
              <a:rPr lang="en-US"/>
              <a:t>Click to edit Master title style</a:t>
            </a:r>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431172" y="5088156"/>
            <a:ext cx="7914087" cy="1166648"/>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a:xfrm>
            <a:off x="431172" y="6490524"/>
            <a:ext cx="2841959" cy="336141"/>
          </a:xfrm>
        </p:spPr>
        <p:txBody>
          <a:bodyPr/>
          <a:lstStyle/>
          <a:p>
            <a:fld id="{26233410-150A-4A72-BF63-6D3ACBC30148}" type="datetime1">
              <a:rPr lang="en-US" smtClean="0"/>
              <a:t>9/17/2026</a:t>
            </a:fld>
            <a:endParaRPr lang="en-US" dirty="0"/>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a:xfrm>
            <a:off x="8893370" y="6490524"/>
            <a:ext cx="2662834" cy="336141"/>
          </a:xfrm>
        </p:spPr>
        <p:txBody>
          <a:bodyPr/>
          <a:lstStyle/>
          <a:p>
            <a:r>
              <a:rPr lang="en-US" dirty="0"/>
              <a:t>Sample Footer Text</a:t>
            </a:r>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84C450F2-3BB4-4AE4-8A35-A9D7AEA4C850}" type="slidenum">
              <a:rPr lang="en-US" smtClean="0"/>
              <a:t>‹#›</a:t>
            </a:fld>
            <a:endParaRPr lang="en-US" dirty="0"/>
          </a:p>
        </p:txBody>
      </p:sp>
    </p:spTree>
    <p:extLst>
      <p:ext uri="{BB962C8B-B14F-4D97-AF65-F5344CB8AC3E}">
        <p14:creationId xmlns:p14="http://schemas.microsoft.com/office/powerpoint/2010/main" val="28941002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1_Section Header">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431172" y="553616"/>
            <a:ext cx="7914087" cy="4008859"/>
          </a:xfrm>
        </p:spPr>
        <p:txBody>
          <a:bodyPr anchor="t">
            <a:normAutofit/>
          </a:bodyPr>
          <a:lstStyle>
            <a:lvl1pPr>
              <a:defRPr sz="6000" cap="all" baseline="0"/>
            </a:lvl1pPr>
          </a:lstStyle>
          <a:p>
            <a:r>
              <a:rPr lang="en-US"/>
              <a:t>Click to edit Master title style</a:t>
            </a:r>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431172" y="5088156"/>
            <a:ext cx="7914087" cy="1166648"/>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a:xfrm>
            <a:off x="431172" y="6490524"/>
            <a:ext cx="2841959" cy="336141"/>
          </a:xfrm>
        </p:spPr>
        <p:txBody>
          <a:bodyPr/>
          <a:lstStyle/>
          <a:p>
            <a:fld id="{91AF1D09-6B76-4716-AD3D-9F53166D3BF5}" type="datetime1">
              <a:rPr lang="en-US" smtClean="0"/>
              <a:t>9/17/2026</a:t>
            </a:fld>
            <a:endParaRPr lang="en-US" dirty="0"/>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a:xfrm>
            <a:off x="8893370" y="6490524"/>
            <a:ext cx="2662834" cy="336141"/>
          </a:xfrm>
        </p:spPr>
        <p:txBody>
          <a:bodyPr/>
          <a:lstStyle/>
          <a:p>
            <a:r>
              <a:rPr lang="en-US" dirty="0"/>
              <a:t>Sample Footer Text</a:t>
            </a:r>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84C450F2-3BB4-4AE4-8A35-A9D7AEA4C850}" type="slidenum">
              <a:rPr lang="en-US" smtClean="0"/>
              <a:t>‹#›</a:t>
            </a:fld>
            <a:endParaRPr lang="en-US" dirty="0"/>
          </a:p>
        </p:txBody>
      </p:sp>
    </p:spTree>
    <p:extLst>
      <p:ext uri="{BB962C8B-B14F-4D97-AF65-F5344CB8AC3E}">
        <p14:creationId xmlns:p14="http://schemas.microsoft.com/office/powerpoint/2010/main" val="34772050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31172" y="293302"/>
            <a:ext cx="11125032" cy="96510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31172" y="1384847"/>
            <a:ext cx="11125032" cy="49051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E21D4C7-8630-4B98-978C-30388BBD4EE8}" type="datetime1">
              <a:rPr lang="en-US" smtClean="0"/>
              <a:t>9/17/2026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84C450F2-3BB4-4AE4-8A35-A9D7AEA4C850}" type="slidenum">
              <a:rPr lang="en-US" smtClean="0"/>
              <a:t>‹#›</a:t>
            </a:fld>
            <a:endParaRPr lang="en-US" dirty="0"/>
          </a:p>
        </p:txBody>
      </p:sp>
    </p:spTree>
    <p:extLst>
      <p:ext uri="{BB962C8B-B14F-4D97-AF65-F5344CB8AC3E}">
        <p14:creationId xmlns:p14="http://schemas.microsoft.com/office/powerpoint/2010/main" val="38344432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Photo 1">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5276088"/>
            <a:ext cx="11347704" cy="786384"/>
          </a:xfrm>
        </p:spPr>
        <p:txBody>
          <a:bodyPr anchor="b">
            <a:normAutofit/>
          </a:bodyPr>
          <a:lstStyle>
            <a:lvl1pPr algn="l">
              <a:defRPr sz="440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5980176"/>
            <a:ext cx="11347704" cy="530352"/>
          </a:xfrm>
        </p:spPr>
        <p:txBody>
          <a:bodyPr anchor="ctr">
            <a:normAutofit/>
          </a:bodyPr>
          <a:lstStyle>
            <a:lvl1pPr marL="0" indent="0" algn="l">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Picture Placeholder 8">
            <a:extLst>
              <a:ext uri="{FF2B5EF4-FFF2-40B4-BE49-F238E27FC236}">
                <a16:creationId xmlns:a16="http://schemas.microsoft.com/office/drawing/2014/main" id="{A9E06FED-92D3-C4D6-28D7-600D842F7AC3}"/>
              </a:ext>
            </a:extLst>
          </p:cNvPr>
          <p:cNvSpPr>
            <a:spLocks noGrp="1"/>
          </p:cNvSpPr>
          <p:nvPr>
            <p:ph type="pic" sz="quarter" idx="13"/>
          </p:nvPr>
        </p:nvSpPr>
        <p:spPr>
          <a:xfrm>
            <a:off x="0" y="0"/>
            <a:ext cx="11733150" cy="5135804"/>
          </a:xfrm>
          <a:custGeom>
            <a:avLst/>
            <a:gdLst>
              <a:gd name="connsiteX0" fmla="*/ 0 w 11733150"/>
              <a:gd name="connsiteY0" fmla="*/ 0 h 5135804"/>
              <a:gd name="connsiteX1" fmla="*/ 11733150 w 11733150"/>
              <a:gd name="connsiteY1" fmla="*/ 0 h 5135804"/>
              <a:gd name="connsiteX2" fmla="*/ 11733150 w 11733150"/>
              <a:gd name="connsiteY2" fmla="*/ 4533808 h 5135804"/>
              <a:gd name="connsiteX3" fmla="*/ 11131154 w 11733150"/>
              <a:gd name="connsiteY3" fmla="*/ 5135804 h 5135804"/>
              <a:gd name="connsiteX4" fmla="*/ 0 w 11733150"/>
              <a:gd name="connsiteY4" fmla="*/ 5135804 h 51358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33150" h="5135804">
                <a:moveTo>
                  <a:pt x="0" y="0"/>
                </a:moveTo>
                <a:lnTo>
                  <a:pt x="11733150" y="0"/>
                </a:lnTo>
                <a:lnTo>
                  <a:pt x="11733150" y="4533808"/>
                </a:lnTo>
                <a:cubicBezTo>
                  <a:pt x="11733150" y="4866281"/>
                  <a:pt x="11463627" y="5135804"/>
                  <a:pt x="11131154" y="5135804"/>
                </a:cubicBezTo>
                <a:lnTo>
                  <a:pt x="0" y="5135804"/>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37160" y="6519672"/>
            <a:ext cx="3494314" cy="365125"/>
          </a:xfrm>
        </p:spPr>
        <p:txBody>
          <a:bodyPr/>
          <a:lstStyle>
            <a:lvl1pPr>
              <a:defRPr>
                <a:solidFill>
                  <a:schemeClr val="bg1"/>
                </a:solidFill>
                <a:effectLst/>
              </a:defRPr>
            </a:lvl1pPr>
          </a:lstStyle>
          <a:p>
            <a:fld id="{8C13480A-5F85-4A30-80F2-F92581C6474C}" type="datetime1">
              <a:rPr lang="en-US" smtClean="0"/>
              <a:t>9/17/2026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876521" y="6519672"/>
            <a:ext cx="2805405" cy="365125"/>
          </a:xfrm>
        </p:spPr>
        <p:txBody>
          <a:bodyPr/>
          <a:lstStyle>
            <a:lvl1pPr>
              <a:defRPr>
                <a:solidFill>
                  <a:schemeClr val="bg1"/>
                </a:solidFill>
                <a:effectLst/>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632162" y="6519672"/>
            <a:ext cx="429207" cy="365125"/>
          </a:xfrm>
        </p:spPr>
        <p:txBody>
          <a:bodyPr vert="horz" lIns="91440" tIns="45720" rIns="91440" bIns="45720" rtlCol="0" anchor="ctr"/>
          <a:lstStyle>
            <a:lvl1pPr>
              <a:defRPr lang="en-US" smtClean="0">
                <a:solidFill>
                  <a:schemeClr val="bg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36618478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hoto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11480"/>
            <a:ext cx="4590288" cy="3739896"/>
          </a:xfrm>
        </p:spPr>
        <p:txBody>
          <a:bodyPr anchor="t">
            <a:normAutofit/>
          </a:bodyPr>
          <a:lstStyle>
            <a:lvl1pPr algn="l">
              <a:defRPr sz="5200">
                <a:solidFill>
                  <a:schemeClr val="tx2"/>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873752"/>
            <a:ext cx="4206240" cy="1380744"/>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5" name="Picture Placeholder 6">
            <a:extLst>
              <a:ext uri="{FF2B5EF4-FFF2-40B4-BE49-F238E27FC236}">
                <a16:creationId xmlns:a16="http://schemas.microsoft.com/office/drawing/2014/main" id="{3D161DAC-42AF-C3D9-37A1-04B90F30DEED}"/>
              </a:ext>
            </a:extLst>
          </p:cNvPr>
          <p:cNvSpPr>
            <a:spLocks noGrp="1"/>
          </p:cNvSpPr>
          <p:nvPr>
            <p:ph type="pic" sz="quarter" idx="13"/>
          </p:nvPr>
        </p:nvSpPr>
        <p:spPr>
          <a:xfrm>
            <a:off x="5586160" y="0"/>
            <a:ext cx="6605841" cy="6399152"/>
          </a:xfrm>
          <a:custGeom>
            <a:avLst/>
            <a:gdLst>
              <a:gd name="connsiteX0" fmla="*/ 0 w 6605841"/>
              <a:gd name="connsiteY0" fmla="*/ 0 h 6399152"/>
              <a:gd name="connsiteX1" fmla="*/ 6605841 w 6605841"/>
              <a:gd name="connsiteY1" fmla="*/ 0 h 6399152"/>
              <a:gd name="connsiteX2" fmla="*/ 6605841 w 6605841"/>
              <a:gd name="connsiteY2" fmla="*/ 6399152 h 6399152"/>
              <a:gd name="connsiteX3" fmla="*/ 601995 w 6605841"/>
              <a:gd name="connsiteY3" fmla="*/ 6399152 h 6399152"/>
              <a:gd name="connsiteX4" fmla="*/ 0 w 6605841"/>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5841" h="6399152">
                <a:moveTo>
                  <a:pt x="0" y="0"/>
                </a:moveTo>
                <a:lnTo>
                  <a:pt x="6605841" y="0"/>
                </a:lnTo>
                <a:lnTo>
                  <a:pt x="6605841" y="6399152"/>
                </a:lnTo>
                <a:lnTo>
                  <a:pt x="601995" y="6399152"/>
                </a:lnTo>
                <a:cubicBezTo>
                  <a:pt x="269522" y="6399152"/>
                  <a:pt x="0" y="6129629"/>
                  <a:pt x="0" y="5797156"/>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B2BF18D3-87BE-4A2D-AD2C-B21E415FD900}" type="datetime1">
              <a:rPr lang="en-US" smtClean="0"/>
              <a:t>9/17/2026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24774033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Photo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11480"/>
            <a:ext cx="5330952" cy="3739896"/>
          </a:xfrm>
        </p:spPr>
        <p:txBody>
          <a:bodyPr anchor="t">
            <a:normAutofit/>
          </a:bodyPr>
          <a:lstStyle>
            <a:lvl1pPr algn="l">
              <a:defRPr sz="66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873752"/>
            <a:ext cx="4517136" cy="1380744"/>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Picture Placeholder 6">
            <a:extLst>
              <a:ext uri="{FF2B5EF4-FFF2-40B4-BE49-F238E27FC236}">
                <a16:creationId xmlns:a16="http://schemas.microsoft.com/office/drawing/2014/main" id="{DEE3B02A-3B83-3083-3F07-26E25C6C135D}"/>
              </a:ext>
            </a:extLst>
          </p:cNvPr>
          <p:cNvSpPr>
            <a:spLocks noGrp="1"/>
          </p:cNvSpPr>
          <p:nvPr>
            <p:ph type="pic" sz="quarter" idx="13"/>
          </p:nvPr>
        </p:nvSpPr>
        <p:spPr>
          <a:xfrm>
            <a:off x="6517248" y="0"/>
            <a:ext cx="5674753" cy="6399152"/>
          </a:xfrm>
          <a:custGeom>
            <a:avLst/>
            <a:gdLst>
              <a:gd name="connsiteX0" fmla="*/ 0 w 5674753"/>
              <a:gd name="connsiteY0" fmla="*/ 0 h 6399152"/>
              <a:gd name="connsiteX1" fmla="*/ 5674753 w 5674753"/>
              <a:gd name="connsiteY1" fmla="*/ 0 h 6399152"/>
              <a:gd name="connsiteX2" fmla="*/ 5674753 w 5674753"/>
              <a:gd name="connsiteY2" fmla="*/ 6399152 h 6399152"/>
              <a:gd name="connsiteX3" fmla="*/ 601996 w 5674753"/>
              <a:gd name="connsiteY3" fmla="*/ 6399152 h 6399152"/>
              <a:gd name="connsiteX4" fmla="*/ 0 w 5674753"/>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74753" h="6399152">
                <a:moveTo>
                  <a:pt x="0" y="0"/>
                </a:moveTo>
                <a:lnTo>
                  <a:pt x="5674753" y="0"/>
                </a:lnTo>
                <a:lnTo>
                  <a:pt x="5674753" y="6399152"/>
                </a:lnTo>
                <a:lnTo>
                  <a:pt x="601996" y="6399152"/>
                </a:lnTo>
                <a:cubicBezTo>
                  <a:pt x="269523" y="6399152"/>
                  <a:pt x="0" y="6129629"/>
                  <a:pt x="0" y="5797156"/>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73F0B94E-0195-4FC9-AEFD-CCBB878ACEDF}" type="datetime1">
              <a:rPr lang="en-US" smtClean="0"/>
              <a:t>9/17/2026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72932866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Photo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269480" y="411480"/>
            <a:ext cx="4361688" cy="3968496"/>
          </a:xfrm>
        </p:spPr>
        <p:txBody>
          <a:bodyPr anchor="t">
            <a:normAutofit/>
          </a:bodyPr>
          <a:lstStyle>
            <a:lvl1pPr algn="l">
              <a:defRPr sz="54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269480" y="4873752"/>
            <a:ext cx="4206240" cy="1380744"/>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Picture Placeholder 6">
            <a:extLst>
              <a:ext uri="{FF2B5EF4-FFF2-40B4-BE49-F238E27FC236}">
                <a16:creationId xmlns:a16="http://schemas.microsoft.com/office/drawing/2014/main" id="{1D6AB98B-BD95-F9FC-BB22-1A89B6EE3246}"/>
              </a:ext>
            </a:extLst>
          </p:cNvPr>
          <p:cNvSpPr>
            <a:spLocks noGrp="1"/>
          </p:cNvSpPr>
          <p:nvPr>
            <p:ph type="pic" sz="quarter" idx="13"/>
          </p:nvPr>
        </p:nvSpPr>
        <p:spPr>
          <a:xfrm>
            <a:off x="0" y="0"/>
            <a:ext cx="6604503" cy="6399152"/>
          </a:xfrm>
          <a:custGeom>
            <a:avLst/>
            <a:gdLst>
              <a:gd name="connsiteX0" fmla="*/ 0 w 6604503"/>
              <a:gd name="connsiteY0" fmla="*/ 0 h 6399152"/>
              <a:gd name="connsiteX1" fmla="*/ 6604503 w 6604503"/>
              <a:gd name="connsiteY1" fmla="*/ 0 h 6399152"/>
              <a:gd name="connsiteX2" fmla="*/ 6604503 w 6604503"/>
              <a:gd name="connsiteY2" fmla="*/ 5797156 h 6399152"/>
              <a:gd name="connsiteX3" fmla="*/ 6002507 w 6604503"/>
              <a:gd name="connsiteY3" fmla="*/ 6399152 h 6399152"/>
              <a:gd name="connsiteX4" fmla="*/ 0 w 6604503"/>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4503" h="6399152">
                <a:moveTo>
                  <a:pt x="0" y="0"/>
                </a:moveTo>
                <a:lnTo>
                  <a:pt x="6604503" y="0"/>
                </a:lnTo>
                <a:lnTo>
                  <a:pt x="6604503" y="5797156"/>
                </a:lnTo>
                <a:cubicBezTo>
                  <a:pt x="6604503" y="6129629"/>
                  <a:pt x="6334980" y="6399152"/>
                  <a:pt x="6002507"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9B0F68CC-6BDD-49E7-8971-97164A4B1FA2}" type="datetime1">
              <a:rPr lang="en-US" smtClean="0"/>
              <a:t>9/17/2026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5091141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29768" y="411480"/>
            <a:ext cx="11045952" cy="1828800"/>
          </a:xfrm>
        </p:spPr>
        <p:txBody>
          <a:bodyPr anchor="t">
            <a:normAutofit/>
          </a:bodyPr>
          <a:lstStyle>
            <a:lvl1pPr>
              <a:defRPr sz="80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272784" y="2423160"/>
            <a:ext cx="5202936" cy="3858768"/>
          </a:xfrm>
        </p:spPr>
        <p:txBody>
          <a:bodyPr vert="horz" lIns="91440" tIns="45720" rIns="91440" bIns="45720" rtlCol="0">
            <a:normAutofit/>
          </a:bodyPr>
          <a:lstStyle>
            <a:lvl1pPr marL="457200" indent="-457200">
              <a:buFont typeface="+mj-lt"/>
              <a:buAutoNum type="arabicPeriod"/>
              <a:defRPr lang="en-US" dirty="0"/>
            </a:lvl1pPr>
            <a:lvl2pPr marL="571500" indent="-342900">
              <a:buFont typeface="+mj-lt"/>
              <a:buAutoNum type="alphaLcPeriod"/>
              <a:defRPr lang="en-US" dirty="0"/>
            </a:lvl2pPr>
            <a:lvl3pPr marL="800100" indent="-342900">
              <a:buFont typeface="+mj-lt"/>
              <a:buAutoNum type="romanLcPeriod"/>
              <a:defRPr lang="en-US" dirty="0"/>
            </a:lvl3pPr>
            <a:lvl4pPr marL="914400" indent="-228600">
              <a:buFont typeface="+mj-lt"/>
              <a:buAutoNum type="arabicParenR"/>
              <a:defRPr lang="en-US" dirty="0"/>
            </a:lvl4pPr>
            <a:lvl5pPr marL="1143000" indent="-228600">
              <a:buFont typeface="+mj-lt"/>
              <a:buAutoNum type="alphaLcParen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E244D5D5-F2FF-4BCB-BACC-FA9A736697CB}" type="datetime1">
              <a:rPr lang="en-US" smtClean="0"/>
              <a:t>9/17/2026</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52966426"/>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91006" y="998230"/>
            <a:ext cx="3951469" cy="1947672"/>
          </a:xfrm>
        </p:spPr>
        <p:txBody>
          <a:bodyPr anchor="b">
            <a:noAutofit/>
          </a:bodyPr>
          <a:lstStyle>
            <a:lvl1pPr>
              <a:defRPr sz="4400"/>
            </a:lvl1pPr>
          </a:lstStyle>
          <a:p>
            <a:r>
              <a:rPr lang="en-US"/>
              <a:t>Click to edit Master title style</a:t>
            </a:r>
            <a:endParaRPr lang="en-US" dirty="0"/>
          </a:p>
        </p:txBody>
      </p:sp>
      <p:sp>
        <p:nvSpPr>
          <p:cNvPr id="9" name="Picture Placeholder 3">
            <a:extLst>
              <a:ext uri="{FF2B5EF4-FFF2-40B4-BE49-F238E27FC236}">
                <a16:creationId xmlns:a16="http://schemas.microsoft.com/office/drawing/2014/main" id="{DD60ACDC-1760-F721-E270-0D2FC4872DF2}"/>
              </a:ext>
            </a:extLst>
          </p:cNvPr>
          <p:cNvSpPr>
            <a:spLocks noGrp="1"/>
          </p:cNvSpPr>
          <p:nvPr>
            <p:ph type="pic" sz="quarter" idx="15"/>
          </p:nvPr>
        </p:nvSpPr>
        <p:spPr>
          <a:xfrm>
            <a:off x="0" y="0"/>
            <a:ext cx="7002464" cy="6399152"/>
          </a:xfrm>
          <a:custGeom>
            <a:avLst/>
            <a:gdLst>
              <a:gd name="connsiteX0" fmla="*/ 0 w 7002464"/>
              <a:gd name="connsiteY0" fmla="*/ 0 h 6399152"/>
              <a:gd name="connsiteX1" fmla="*/ 7002464 w 7002464"/>
              <a:gd name="connsiteY1" fmla="*/ 0 h 6399152"/>
              <a:gd name="connsiteX2" fmla="*/ 7002464 w 7002464"/>
              <a:gd name="connsiteY2" fmla="*/ 5797156 h 6399152"/>
              <a:gd name="connsiteX3" fmla="*/ 6400468 w 7002464"/>
              <a:gd name="connsiteY3" fmla="*/ 6399152 h 6399152"/>
              <a:gd name="connsiteX4" fmla="*/ 0 w 7002464"/>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02464" h="6399152">
                <a:moveTo>
                  <a:pt x="0" y="0"/>
                </a:moveTo>
                <a:lnTo>
                  <a:pt x="7002464" y="0"/>
                </a:lnTo>
                <a:lnTo>
                  <a:pt x="7002464" y="5797156"/>
                </a:lnTo>
                <a:cubicBezTo>
                  <a:pt x="7002464" y="6129629"/>
                  <a:pt x="6732941" y="6399152"/>
                  <a:pt x="6400468" y="6399152"/>
                </a:cubicBezTo>
                <a:lnTo>
                  <a:pt x="0" y="6399152"/>
                </a:lnTo>
                <a:close/>
              </a:path>
            </a:pathLst>
          </a:custGeom>
          <a:blipFill dpi="0" rotWithShape="1">
            <a:blip r:embed="rId2" cstate="screen">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691007" y="3099815"/>
            <a:ext cx="3951469" cy="3084599"/>
          </a:xfrm>
        </p:spPr>
        <p:txBody>
          <a:bodyPr>
            <a:normAutofit/>
          </a:bodyPr>
          <a:lstStyle>
            <a:lvl1pPr marL="342900" indent="-342900">
              <a:buFont typeface="+mj-lt"/>
              <a:buAutoNum type="arabicPeriod"/>
              <a:defRPr sz="1800"/>
            </a:lvl1pPr>
            <a:lvl2pPr marL="571500" indent="-342900">
              <a:buFont typeface="+mj-lt"/>
              <a:buAutoNum type="alphaLcPeriod"/>
              <a:defRPr sz="1600"/>
            </a:lvl2pPr>
            <a:lvl3pPr marL="800100" indent="-342900">
              <a:buFont typeface="+mj-lt"/>
              <a:buAutoNum type="romanLcPeriod"/>
              <a:defRPr sz="1400"/>
            </a:lvl3pPr>
            <a:lvl4pPr marL="914400" indent="-228600">
              <a:buFont typeface="+mj-lt"/>
              <a:buAutoNum type="arabicParenR"/>
              <a:defRPr sz="1200"/>
            </a:lvl4pPr>
            <a:lvl5pPr marL="1143000" indent="-228600">
              <a:buFont typeface="+mj-lt"/>
              <a:buAutoNum type="alphaLcParen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C747D10D-DAA6-49BD-BCDC-42DE71F72A89}" type="datetime1">
              <a:rPr lang="en-US" smtClean="0"/>
              <a:t>9/17/2026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182816303"/>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14984" y="2478024"/>
            <a:ext cx="4325112" cy="2454796"/>
          </a:xfrm>
        </p:spPr>
        <p:txBody>
          <a:bodyPr anchor="t">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478024"/>
            <a:ext cx="4325112" cy="2454796"/>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marL="228600" marR="0" lvl="0" indent="-22860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131313"/>
                </a:solidFill>
                <a:effectLst/>
                <a:uLnTx/>
                <a:uFillTx/>
                <a:latin typeface="Neue Haas Grotesk Text Pro"/>
                <a:ea typeface="+mn-ea"/>
                <a:cs typeface="+mn-cs"/>
              </a:rPr>
              <a:t>Click to edit Master text styles</a:t>
            </a:r>
          </a:p>
          <a:p>
            <a:pPr marL="228600" marR="0" lvl="1" indent="-22860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131313"/>
                </a:solidFill>
                <a:effectLst/>
                <a:uLnTx/>
                <a:uFillTx/>
                <a:latin typeface="Neue Haas Grotesk Text Pro"/>
                <a:ea typeface="+mn-ea"/>
                <a:cs typeface="+mn-cs"/>
              </a:rPr>
              <a:t>Second level</a:t>
            </a:r>
          </a:p>
          <a:p>
            <a:pPr marL="228600" marR="0" lvl="2" indent="-22860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131313"/>
                </a:solidFill>
                <a:effectLst/>
                <a:uLnTx/>
                <a:uFillTx/>
                <a:latin typeface="Neue Haas Grotesk Text Pro"/>
                <a:ea typeface="+mn-ea"/>
                <a:cs typeface="+mn-cs"/>
              </a:rPr>
              <a:t>Third level</a:t>
            </a:r>
          </a:p>
          <a:p>
            <a:pPr marL="228600" marR="0" lvl="3" indent="-22860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131313"/>
                </a:solidFill>
                <a:effectLst/>
                <a:uLnTx/>
                <a:uFillTx/>
                <a:latin typeface="Neue Haas Grotesk Text Pro"/>
                <a:ea typeface="+mn-ea"/>
                <a:cs typeface="+mn-cs"/>
              </a:rPr>
              <a:t>Fourth level</a:t>
            </a:r>
          </a:p>
          <a:p>
            <a:pPr marL="228600" marR="0" lvl="4" indent="-22860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131313"/>
                </a:solidFill>
                <a:effectLst/>
                <a:uLnTx/>
                <a:uFillTx/>
                <a:latin typeface="Neue Haas Grotesk Text Pro"/>
                <a:ea typeface="+mn-ea"/>
                <a:cs typeface="+mn-cs"/>
              </a:rPr>
              <a:t>Fifth level</a:t>
            </a:r>
            <a:endParaRPr kumimoji="0" lang="en-US" sz="1100" b="0" i="0" u="none" strike="noStrike" kern="1200" cap="none" spc="0" normalizeH="0" baseline="0" noProof="0" dirty="0">
              <a:ln>
                <a:noFill/>
              </a:ln>
              <a:solidFill>
                <a:srgbClr val="131313"/>
              </a:solidFill>
              <a:effectLst/>
              <a:uLnTx/>
              <a:uFillTx/>
              <a:latin typeface="Neue Haas Grotesk Text Pro"/>
              <a:ea typeface="+mn-ea"/>
              <a:cs typeface="+mn-cs"/>
            </a:endParaRP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A99C55D-C47D-42B9-AD20-3E2CCE08596C}" type="datetime1">
              <a:rPr lang="en-US" smtClean="0"/>
              <a:t>9/17/2026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6831644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14984" y="2039112"/>
            <a:ext cx="3813048" cy="353872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422392" y="2039112"/>
            <a:ext cx="5047488" cy="3538728"/>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1EA44AD-1FB0-4882-B380-D102D5E41B49}" type="datetime1">
              <a:rPr lang="en-US" smtClean="0"/>
              <a:t>9/17/2026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2303170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1600200"/>
            <a:ext cx="4142232" cy="463600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422392" y="1600200"/>
            <a:ext cx="5788152" cy="463600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21FD0E9-BB2A-40F4-9FCA-339953EA9BCB}" type="datetime1">
              <a:rPr lang="en-US" smtClean="0"/>
              <a:t>9/17/2026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7645397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7" y="640079"/>
            <a:ext cx="4032505" cy="3621024"/>
          </a:xfrm>
        </p:spPr>
        <p:txBody>
          <a:bodyPr anchor="t">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422392" y="640715"/>
            <a:ext cx="5968098" cy="57197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82DCE86-7B4C-43EC-801D-4B957536C306}" type="datetime1">
              <a:rPr lang="en-US" smtClean="0"/>
              <a:t>9/17/2026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7729609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640080"/>
            <a:ext cx="3493008" cy="3621024"/>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425696" y="640080"/>
            <a:ext cx="7159752" cy="572414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FD3FCD9-BE24-4676-9D2E-63D9ED82EDA2}" type="datetime1">
              <a:rPr lang="en-US" smtClean="0"/>
              <a:t>9/17/2026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9242227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Only (Ma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1325880"/>
            <a:ext cx="10515600" cy="1325880"/>
          </a:xfrm>
        </p:spPr>
        <p:txBody>
          <a:bodyPr anchor="b">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37159" y="329450"/>
            <a:ext cx="11924209" cy="6199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1CA290A-121B-47D5-B4CD-63E70D76A5D5}" type="datetime1">
              <a:rPr lang="en-US" smtClean="0"/>
              <a:t>9/17/2026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7166298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Content Photo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4480560" cy="152704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29767" y="2276856"/>
            <a:ext cx="4480560" cy="4041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CE823DF8-AABE-3B17-254E-81CD7CA2B5BF}"/>
              </a:ext>
            </a:extLst>
          </p:cNvPr>
          <p:cNvSpPr>
            <a:spLocks noGrp="1"/>
          </p:cNvSpPr>
          <p:nvPr>
            <p:ph type="pic" sz="quarter" idx="15"/>
          </p:nvPr>
        </p:nvSpPr>
        <p:spPr>
          <a:xfrm>
            <a:off x="5737594" y="0"/>
            <a:ext cx="6454406" cy="6399152"/>
          </a:xfrm>
          <a:custGeom>
            <a:avLst/>
            <a:gdLst>
              <a:gd name="connsiteX0" fmla="*/ 0 w 6454406"/>
              <a:gd name="connsiteY0" fmla="*/ 0 h 6399152"/>
              <a:gd name="connsiteX1" fmla="*/ 6454406 w 6454406"/>
              <a:gd name="connsiteY1" fmla="*/ 0 h 6399152"/>
              <a:gd name="connsiteX2" fmla="*/ 6454406 w 6454406"/>
              <a:gd name="connsiteY2" fmla="*/ 6399152 h 6399152"/>
              <a:gd name="connsiteX3" fmla="*/ 601995 w 6454406"/>
              <a:gd name="connsiteY3" fmla="*/ 6399152 h 6399152"/>
              <a:gd name="connsiteX4" fmla="*/ 0 w 6454406"/>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54406" h="6399152">
                <a:moveTo>
                  <a:pt x="0" y="0"/>
                </a:moveTo>
                <a:lnTo>
                  <a:pt x="6454406" y="0"/>
                </a:lnTo>
                <a:lnTo>
                  <a:pt x="6454406" y="6399152"/>
                </a:lnTo>
                <a:lnTo>
                  <a:pt x="601995" y="6399152"/>
                </a:lnTo>
                <a:cubicBezTo>
                  <a:pt x="269522" y="6399152"/>
                  <a:pt x="0" y="6129629"/>
                  <a:pt x="0" y="5797156"/>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260A58D8-7EDF-40A6-A98C-8CBDF59A319E}" type="datetime1">
              <a:rPr lang="en-US" smtClean="0"/>
              <a:t>9/17/2026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9848124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Content Photo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96328" y="601755"/>
            <a:ext cx="4389120" cy="1527048"/>
          </a:xfrm>
        </p:spPr>
        <p:txBody>
          <a:bodyPr anchor="b"/>
          <a:lstStyle/>
          <a:p>
            <a:r>
              <a:rPr lang="en-US"/>
              <a:t>Click to edit Master title style</a:t>
            </a:r>
          </a:p>
        </p:txBody>
      </p:sp>
      <p:sp>
        <p:nvSpPr>
          <p:cNvPr id="11" name="Picture Placeholder 3">
            <a:extLst>
              <a:ext uri="{FF2B5EF4-FFF2-40B4-BE49-F238E27FC236}">
                <a16:creationId xmlns:a16="http://schemas.microsoft.com/office/drawing/2014/main" id="{6F26914B-7405-10AB-A859-8165D7B1A93C}"/>
              </a:ext>
            </a:extLst>
          </p:cNvPr>
          <p:cNvSpPr>
            <a:spLocks noGrp="1"/>
          </p:cNvSpPr>
          <p:nvPr>
            <p:ph type="pic" sz="quarter" idx="15"/>
          </p:nvPr>
        </p:nvSpPr>
        <p:spPr>
          <a:xfrm>
            <a:off x="0" y="1"/>
            <a:ext cx="6591300" cy="6410303"/>
          </a:xfrm>
          <a:custGeom>
            <a:avLst/>
            <a:gdLst>
              <a:gd name="connsiteX0" fmla="*/ 0 w 6591300"/>
              <a:gd name="connsiteY0" fmla="*/ 0 h 6410303"/>
              <a:gd name="connsiteX1" fmla="*/ 6591300 w 6591300"/>
              <a:gd name="connsiteY1" fmla="*/ 0 h 6410303"/>
              <a:gd name="connsiteX2" fmla="*/ 6591300 w 6591300"/>
              <a:gd name="connsiteY2" fmla="*/ 5807073 h 6410303"/>
              <a:gd name="connsiteX3" fmla="*/ 5988070 w 6591300"/>
              <a:gd name="connsiteY3" fmla="*/ 6410303 h 6410303"/>
              <a:gd name="connsiteX4" fmla="*/ 0 w 6591300"/>
              <a:gd name="connsiteY4" fmla="*/ 6410303 h 6410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91300" h="6410303">
                <a:moveTo>
                  <a:pt x="0" y="0"/>
                </a:moveTo>
                <a:lnTo>
                  <a:pt x="6591300" y="0"/>
                </a:lnTo>
                <a:lnTo>
                  <a:pt x="6591300" y="5807073"/>
                </a:lnTo>
                <a:cubicBezTo>
                  <a:pt x="6591300" y="6140228"/>
                  <a:pt x="6321225" y="6410303"/>
                  <a:pt x="5988070" y="6410303"/>
                </a:cubicBezTo>
                <a:lnTo>
                  <a:pt x="0" y="6410303"/>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96328" y="2276856"/>
            <a:ext cx="4389120" cy="4041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16DF7C3E-B5DF-4043-B2F9-CD94B277B81B}" type="datetime1">
              <a:rPr lang="en-US" smtClean="0"/>
              <a:t>9/17/2026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3702502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Content Photo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3401568" cy="152704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29768" y="2276856"/>
            <a:ext cx="3401568"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58FA1BA0-D099-705F-F85E-3FBC782F7651}"/>
              </a:ext>
            </a:extLst>
          </p:cNvPr>
          <p:cNvSpPr>
            <a:spLocks noGrp="1"/>
          </p:cNvSpPr>
          <p:nvPr>
            <p:ph type="pic" sz="quarter" idx="15"/>
          </p:nvPr>
        </p:nvSpPr>
        <p:spPr>
          <a:xfrm>
            <a:off x="4502843" y="2"/>
            <a:ext cx="7689157" cy="6399151"/>
          </a:xfrm>
          <a:custGeom>
            <a:avLst/>
            <a:gdLst>
              <a:gd name="connsiteX0" fmla="*/ 0 w 7689157"/>
              <a:gd name="connsiteY0" fmla="*/ 0 h 6399151"/>
              <a:gd name="connsiteX1" fmla="*/ 7689157 w 7689157"/>
              <a:gd name="connsiteY1" fmla="*/ 0 h 6399151"/>
              <a:gd name="connsiteX2" fmla="*/ 7689157 w 7689157"/>
              <a:gd name="connsiteY2" fmla="*/ 6399151 h 6399151"/>
              <a:gd name="connsiteX3" fmla="*/ 601997 w 7689157"/>
              <a:gd name="connsiteY3" fmla="*/ 6399151 h 6399151"/>
              <a:gd name="connsiteX4" fmla="*/ 0 w 7689157"/>
              <a:gd name="connsiteY4" fmla="*/ 5797155 h 639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89157" h="6399151">
                <a:moveTo>
                  <a:pt x="0" y="0"/>
                </a:moveTo>
                <a:lnTo>
                  <a:pt x="7689157" y="0"/>
                </a:lnTo>
                <a:lnTo>
                  <a:pt x="7689157" y="6399151"/>
                </a:lnTo>
                <a:lnTo>
                  <a:pt x="601997" y="6399151"/>
                </a:lnTo>
                <a:cubicBezTo>
                  <a:pt x="269523" y="6399151"/>
                  <a:pt x="0" y="6129628"/>
                  <a:pt x="0" y="5797155"/>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84F04B89-F088-43E2-8F95-5A2E5E9F612E}" type="datetime1">
              <a:rPr lang="en-US" smtClean="0"/>
              <a:t>9/17/2026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1557602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Content Photo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21040" y="603504"/>
            <a:ext cx="3401568" cy="1527048"/>
          </a:xfrm>
        </p:spPr>
        <p:txBody>
          <a:bodyPr anchor="b"/>
          <a:lstStyle/>
          <a:p>
            <a:r>
              <a:rPr lang="en-US"/>
              <a:t>Click to edit Master title style</a:t>
            </a:r>
          </a:p>
        </p:txBody>
      </p:sp>
      <p:sp>
        <p:nvSpPr>
          <p:cNvPr id="11" name="Picture Placeholder 3">
            <a:extLst>
              <a:ext uri="{FF2B5EF4-FFF2-40B4-BE49-F238E27FC236}">
                <a16:creationId xmlns:a16="http://schemas.microsoft.com/office/drawing/2014/main" id="{F44EE1A0-D83B-FE6C-4495-F55C5070D5D1}"/>
              </a:ext>
            </a:extLst>
          </p:cNvPr>
          <p:cNvSpPr>
            <a:spLocks noGrp="1"/>
          </p:cNvSpPr>
          <p:nvPr>
            <p:ph type="pic" sz="quarter" idx="15"/>
          </p:nvPr>
        </p:nvSpPr>
        <p:spPr>
          <a:xfrm>
            <a:off x="0" y="0"/>
            <a:ext cx="7734300" cy="6399152"/>
          </a:xfrm>
          <a:custGeom>
            <a:avLst/>
            <a:gdLst>
              <a:gd name="connsiteX0" fmla="*/ 0 w 7734300"/>
              <a:gd name="connsiteY0" fmla="*/ 0 h 6399152"/>
              <a:gd name="connsiteX1" fmla="*/ 7734300 w 7734300"/>
              <a:gd name="connsiteY1" fmla="*/ 0 h 6399152"/>
              <a:gd name="connsiteX2" fmla="*/ 7734300 w 7734300"/>
              <a:gd name="connsiteY2" fmla="*/ 5797156 h 6399152"/>
              <a:gd name="connsiteX3" fmla="*/ 7132304 w 7734300"/>
              <a:gd name="connsiteY3" fmla="*/ 6399152 h 6399152"/>
              <a:gd name="connsiteX4" fmla="*/ 0 w 7734300"/>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34300" h="6399152">
                <a:moveTo>
                  <a:pt x="0" y="0"/>
                </a:moveTo>
                <a:lnTo>
                  <a:pt x="7734300" y="0"/>
                </a:lnTo>
                <a:lnTo>
                  <a:pt x="7734300" y="5797156"/>
                </a:lnTo>
                <a:cubicBezTo>
                  <a:pt x="7734300" y="6129629"/>
                  <a:pt x="7464777" y="6399152"/>
                  <a:pt x="7132304"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21040" y="2276856"/>
            <a:ext cx="3401568"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A0FCFF8D-E3E3-4D6C-85D1-1D24204FD961}" type="datetime1">
              <a:rPr lang="en-US" smtClean="0"/>
              <a:t>9/17/2026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06571720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Content Photo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4162318"/>
            <a:ext cx="2953618" cy="189280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0696DEB7-ADC8-3E90-7A63-F11D6535D0E4}"/>
              </a:ext>
            </a:extLst>
          </p:cNvPr>
          <p:cNvSpPr>
            <a:spLocks noGrp="1"/>
          </p:cNvSpPr>
          <p:nvPr>
            <p:ph type="pic" sz="quarter" idx="15"/>
          </p:nvPr>
        </p:nvSpPr>
        <p:spPr>
          <a:xfrm>
            <a:off x="0" y="0"/>
            <a:ext cx="11750040" cy="3806246"/>
          </a:xfrm>
          <a:custGeom>
            <a:avLst/>
            <a:gdLst>
              <a:gd name="connsiteX0" fmla="*/ 0 w 11733150"/>
              <a:gd name="connsiteY0" fmla="*/ 0 h 3806246"/>
              <a:gd name="connsiteX1" fmla="*/ 11733150 w 11733150"/>
              <a:gd name="connsiteY1" fmla="*/ 0 h 3806246"/>
              <a:gd name="connsiteX2" fmla="*/ 11733150 w 11733150"/>
              <a:gd name="connsiteY2" fmla="*/ 3204250 h 3806246"/>
              <a:gd name="connsiteX3" fmla="*/ 11131154 w 11733150"/>
              <a:gd name="connsiteY3" fmla="*/ 3806246 h 3806246"/>
              <a:gd name="connsiteX4" fmla="*/ 0 w 11733150"/>
              <a:gd name="connsiteY4" fmla="*/ 3806246 h 3806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33150" h="3806246">
                <a:moveTo>
                  <a:pt x="0" y="0"/>
                </a:moveTo>
                <a:lnTo>
                  <a:pt x="11733150" y="0"/>
                </a:lnTo>
                <a:lnTo>
                  <a:pt x="11733150" y="3204250"/>
                </a:lnTo>
                <a:cubicBezTo>
                  <a:pt x="11733150" y="3536723"/>
                  <a:pt x="11463627" y="3806246"/>
                  <a:pt x="11131154" y="3806246"/>
                </a:cubicBezTo>
                <a:lnTo>
                  <a:pt x="0" y="3806246"/>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1479AD81-0F74-4052-9D15-1FCBE10FF531}" type="datetime1">
              <a:rPr lang="en-US" smtClean="0"/>
              <a:t>9/17/2026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44043956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Content Photo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61425"/>
            <a:ext cx="2953618" cy="189280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561425"/>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20558516-7088-BB33-D6DC-15ED4C60CBAF}"/>
              </a:ext>
            </a:extLst>
          </p:cNvPr>
          <p:cNvSpPr>
            <a:spLocks noGrp="1"/>
          </p:cNvSpPr>
          <p:nvPr>
            <p:ph type="pic" sz="quarter" idx="15"/>
          </p:nvPr>
        </p:nvSpPr>
        <p:spPr>
          <a:xfrm>
            <a:off x="441960" y="3067414"/>
            <a:ext cx="11750040" cy="3790586"/>
          </a:xfrm>
          <a:custGeom>
            <a:avLst/>
            <a:gdLst>
              <a:gd name="connsiteX0" fmla="*/ 603695 w 11750040"/>
              <a:gd name="connsiteY0" fmla="*/ 0 h 3790586"/>
              <a:gd name="connsiteX1" fmla="*/ 11750040 w 11750040"/>
              <a:gd name="connsiteY1" fmla="*/ 0 h 3790586"/>
              <a:gd name="connsiteX2" fmla="*/ 11750040 w 11750040"/>
              <a:gd name="connsiteY2" fmla="*/ 3790586 h 3790586"/>
              <a:gd name="connsiteX3" fmla="*/ 0 w 11750040"/>
              <a:gd name="connsiteY3" fmla="*/ 3790586 h 3790586"/>
              <a:gd name="connsiteX4" fmla="*/ 0 w 11750040"/>
              <a:gd name="connsiteY4" fmla="*/ 603695 h 3790586"/>
              <a:gd name="connsiteX5" fmla="*/ 603695 w 11750040"/>
              <a:gd name="connsiteY5" fmla="*/ 0 h 379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750040" h="3790586">
                <a:moveTo>
                  <a:pt x="603695" y="0"/>
                </a:moveTo>
                <a:lnTo>
                  <a:pt x="11750040" y="0"/>
                </a:lnTo>
                <a:lnTo>
                  <a:pt x="11750040" y="3790586"/>
                </a:lnTo>
                <a:lnTo>
                  <a:pt x="0" y="3790586"/>
                </a:lnTo>
                <a:lnTo>
                  <a:pt x="0" y="603695"/>
                </a:lnTo>
                <a:cubicBezTo>
                  <a:pt x="0" y="270283"/>
                  <a:pt x="270283" y="0"/>
                  <a:pt x="603695" y="0"/>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40460"/>
            <a:ext cx="3494314" cy="338328"/>
          </a:xfrm>
        </p:spPr>
        <p:txBody>
          <a:bodyPr/>
          <a:lstStyle/>
          <a:p>
            <a:fld id="{58567813-D47B-4BA9-A366-45E7794B6608}" type="datetime1">
              <a:rPr lang="en-US" smtClean="0"/>
              <a:t>9/17/2026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76521" y="40460"/>
            <a:ext cx="2805405" cy="338328"/>
          </a:xfr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32162" y="40460"/>
            <a:ext cx="429207" cy="338328"/>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22601556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Content Photo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11896" y="1078992"/>
            <a:ext cx="3273552" cy="1947672"/>
          </a:xfrm>
        </p:spPr>
        <p:txBody>
          <a:bodyPr anchor="b"/>
          <a:lstStyle/>
          <a:p>
            <a:r>
              <a:rPr lang="en-US"/>
              <a:t>Click to edit Master title style</a:t>
            </a:r>
          </a:p>
        </p:txBody>
      </p:sp>
      <p:sp>
        <p:nvSpPr>
          <p:cNvPr id="11" name="Picture Placeholder 3">
            <a:extLst>
              <a:ext uri="{FF2B5EF4-FFF2-40B4-BE49-F238E27FC236}">
                <a16:creationId xmlns:a16="http://schemas.microsoft.com/office/drawing/2014/main" id="{8073E866-A871-62F7-1E54-F2A44278F834}"/>
              </a:ext>
            </a:extLst>
          </p:cNvPr>
          <p:cNvSpPr>
            <a:spLocks noGrp="1"/>
          </p:cNvSpPr>
          <p:nvPr>
            <p:ph type="pic" sz="quarter" idx="15"/>
          </p:nvPr>
        </p:nvSpPr>
        <p:spPr>
          <a:xfrm>
            <a:off x="0" y="0"/>
            <a:ext cx="7734300" cy="6399152"/>
          </a:xfrm>
          <a:custGeom>
            <a:avLst/>
            <a:gdLst>
              <a:gd name="connsiteX0" fmla="*/ 0 w 7734300"/>
              <a:gd name="connsiteY0" fmla="*/ 0 h 6399152"/>
              <a:gd name="connsiteX1" fmla="*/ 7734300 w 7734300"/>
              <a:gd name="connsiteY1" fmla="*/ 0 h 6399152"/>
              <a:gd name="connsiteX2" fmla="*/ 7734300 w 7734300"/>
              <a:gd name="connsiteY2" fmla="*/ 5797156 h 6399152"/>
              <a:gd name="connsiteX3" fmla="*/ 7132304 w 7734300"/>
              <a:gd name="connsiteY3" fmla="*/ 6399152 h 6399152"/>
              <a:gd name="connsiteX4" fmla="*/ 0 w 7734300"/>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34300" h="6399152">
                <a:moveTo>
                  <a:pt x="0" y="0"/>
                </a:moveTo>
                <a:lnTo>
                  <a:pt x="7734300" y="0"/>
                </a:lnTo>
                <a:lnTo>
                  <a:pt x="7734300" y="5797156"/>
                </a:lnTo>
                <a:cubicBezTo>
                  <a:pt x="7734300" y="6129629"/>
                  <a:pt x="7464777" y="6399152"/>
                  <a:pt x="7132304"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11896" y="3099816"/>
            <a:ext cx="3273552" cy="2953512"/>
          </a:xfrm>
        </p:spPr>
        <p:txBody>
          <a:bodyPr>
            <a:normAutofit/>
          </a:bodyPr>
          <a:lstStyle>
            <a:lvl1pPr marL="285750" indent="-285750">
              <a:buFont typeface="Arial" panose="020B0604020202020204" pitchFamily="34" charset="0"/>
              <a:buChar char="•"/>
              <a:defRPr sz="1600"/>
            </a:lvl1pPr>
            <a:lvl2pPr marL="514350" indent="-285750">
              <a:buFont typeface="Arial" panose="020B0604020202020204" pitchFamily="34" charset="0"/>
              <a:buChar char="•"/>
              <a:defRPr sz="1400"/>
            </a:lvl2pPr>
            <a:lvl3pPr marL="628650" indent="-171450">
              <a:buFont typeface="Arial" panose="020B0604020202020204" pitchFamily="34" charset="0"/>
              <a:buChar char="•"/>
              <a:defRPr sz="1200"/>
            </a:lvl3pPr>
            <a:lvl4pPr marL="857250" indent="-171450">
              <a:buFont typeface="Arial" panose="020B0604020202020204" pitchFamily="34" charset="0"/>
              <a:buChar char="•"/>
              <a:defRPr sz="1100"/>
            </a:lvl4pPr>
            <a:lvl5pPr marL="1085850" indent="-171450">
              <a:buFont typeface="Arial" panose="020B0604020202020204" pitchFamily="34" charset="0"/>
              <a:buChar char="•"/>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D3C75A4F-7395-44C0-9A76-83F0F6EA512A}" type="datetime1">
              <a:rPr lang="en-US" smtClean="0"/>
              <a:t>9/17/2026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2782712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Content Photo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111854"/>
            <a:ext cx="3945468" cy="138988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584372" y="5111854"/>
            <a:ext cx="6168356" cy="1389888"/>
          </a:xfrm>
        </p:spPr>
        <p:txBody>
          <a:bodyPr>
            <a:noAutofit/>
          </a:bodyPr>
          <a:lstStyle>
            <a:lvl1pPr marL="0" indent="0">
              <a:buFont typeface="Arial" panose="020B0604020202020204" pitchFamily="34" charset="0"/>
              <a:buNone/>
              <a:defRPr sz="1400"/>
            </a:lvl1pPr>
            <a:lvl2pPr marL="228600" indent="0">
              <a:buFont typeface="Arial" panose="020B0604020202020204" pitchFamily="34" charset="0"/>
              <a:buNone/>
              <a:defRPr sz="1200"/>
            </a:lvl2pPr>
            <a:lvl3pPr marL="457200" indent="0">
              <a:buFont typeface="Arial" panose="020B0604020202020204" pitchFamily="34" charset="0"/>
              <a:buNone/>
              <a:defRPr sz="1100"/>
            </a:lvl3pPr>
            <a:lvl4pPr marL="685800" indent="0">
              <a:buFont typeface="Arial" panose="020B0604020202020204" pitchFamily="34" charset="0"/>
              <a:buNone/>
              <a:defRPr sz="1050"/>
            </a:lvl4pPr>
            <a:lvl5pPr marL="914400" indent="0">
              <a:buFont typeface="Arial" panose="020B0604020202020204" pitchFamily="34" charse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8">
            <a:extLst>
              <a:ext uri="{FF2B5EF4-FFF2-40B4-BE49-F238E27FC236}">
                <a16:creationId xmlns:a16="http://schemas.microsoft.com/office/drawing/2014/main" id="{815B30A2-D0D1-DED2-1133-A673CEA16AE9}"/>
              </a:ext>
            </a:extLst>
          </p:cNvPr>
          <p:cNvSpPr>
            <a:spLocks noGrp="1"/>
          </p:cNvSpPr>
          <p:nvPr>
            <p:ph type="pic" sz="quarter" idx="15"/>
          </p:nvPr>
        </p:nvSpPr>
        <p:spPr>
          <a:xfrm>
            <a:off x="0" y="0"/>
            <a:ext cx="11750040" cy="4724868"/>
          </a:xfrm>
          <a:custGeom>
            <a:avLst/>
            <a:gdLst>
              <a:gd name="connsiteX0" fmla="*/ 0 w 11750040"/>
              <a:gd name="connsiteY0" fmla="*/ 0 h 4724868"/>
              <a:gd name="connsiteX1" fmla="*/ 11750040 w 11750040"/>
              <a:gd name="connsiteY1" fmla="*/ 0 h 4724868"/>
              <a:gd name="connsiteX2" fmla="*/ 11750040 w 11750040"/>
              <a:gd name="connsiteY2" fmla="*/ 4122872 h 4724868"/>
              <a:gd name="connsiteX3" fmla="*/ 11148044 w 11750040"/>
              <a:gd name="connsiteY3" fmla="*/ 4724868 h 4724868"/>
              <a:gd name="connsiteX4" fmla="*/ 0 w 11750040"/>
              <a:gd name="connsiteY4" fmla="*/ 4724868 h 4724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50040" h="4724868">
                <a:moveTo>
                  <a:pt x="0" y="0"/>
                </a:moveTo>
                <a:lnTo>
                  <a:pt x="11750040" y="0"/>
                </a:lnTo>
                <a:lnTo>
                  <a:pt x="11750040" y="4122872"/>
                </a:lnTo>
                <a:cubicBezTo>
                  <a:pt x="11750040" y="4455345"/>
                  <a:pt x="11480517" y="4724868"/>
                  <a:pt x="11148044" y="4724868"/>
                </a:cubicBezTo>
                <a:lnTo>
                  <a:pt x="0" y="4724868"/>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1B2EEDCC-520A-464B-900A-5F7E0E1FFC43}" type="datetime1">
              <a:rPr lang="en-US" smtClean="0"/>
              <a:t>9/17/2026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12360975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Content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550408" y="548640"/>
            <a:ext cx="6035040" cy="1143000"/>
          </a:xfrm>
        </p:spPr>
        <p:txBody>
          <a:bodyPr anchor="b"/>
          <a:lstStyle/>
          <a:p>
            <a:r>
              <a:rPr lang="en-US"/>
              <a:t>Click to edit Master title style</a:t>
            </a:r>
          </a:p>
        </p:txBody>
      </p:sp>
      <p:sp>
        <p:nvSpPr>
          <p:cNvPr id="11" name="Picture Placeholder 3">
            <a:extLst>
              <a:ext uri="{FF2B5EF4-FFF2-40B4-BE49-F238E27FC236}">
                <a16:creationId xmlns:a16="http://schemas.microsoft.com/office/drawing/2014/main" id="{C1AB8ED2-AD91-CB22-5624-BD41AB32529E}"/>
              </a:ext>
            </a:extLst>
          </p:cNvPr>
          <p:cNvSpPr>
            <a:spLocks noGrp="1"/>
          </p:cNvSpPr>
          <p:nvPr>
            <p:ph type="pic" sz="quarter" idx="15"/>
          </p:nvPr>
        </p:nvSpPr>
        <p:spPr>
          <a:xfrm>
            <a:off x="0" y="0"/>
            <a:ext cx="4844052" cy="6399152"/>
          </a:xfrm>
          <a:custGeom>
            <a:avLst/>
            <a:gdLst>
              <a:gd name="connsiteX0" fmla="*/ 0 w 4844052"/>
              <a:gd name="connsiteY0" fmla="*/ 0 h 6399152"/>
              <a:gd name="connsiteX1" fmla="*/ 4844052 w 4844052"/>
              <a:gd name="connsiteY1" fmla="*/ 0 h 6399152"/>
              <a:gd name="connsiteX2" fmla="*/ 4844052 w 4844052"/>
              <a:gd name="connsiteY2" fmla="*/ 5795922 h 6399152"/>
              <a:gd name="connsiteX3" fmla="*/ 4240822 w 4844052"/>
              <a:gd name="connsiteY3" fmla="*/ 6399152 h 6399152"/>
              <a:gd name="connsiteX4" fmla="*/ 0 w 4844052"/>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44052" h="6399152">
                <a:moveTo>
                  <a:pt x="0" y="0"/>
                </a:moveTo>
                <a:lnTo>
                  <a:pt x="4844052" y="0"/>
                </a:lnTo>
                <a:lnTo>
                  <a:pt x="4844052" y="5795922"/>
                </a:lnTo>
                <a:cubicBezTo>
                  <a:pt x="4844052" y="6129077"/>
                  <a:pt x="4573977" y="6399152"/>
                  <a:pt x="4240822"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50408" y="1828800"/>
            <a:ext cx="6035040" cy="44897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B36C1D43-E95A-44CE-BF39-AC264176BC74}" type="datetime1">
              <a:rPr lang="en-US" smtClean="0"/>
              <a:t>9/17/2026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3213629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Content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48640"/>
            <a:ext cx="6135624" cy="1143000"/>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29768" y="1828800"/>
            <a:ext cx="6135624" cy="44897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D436AA50-FCF9-9A32-68F8-A124C794908D}"/>
              </a:ext>
            </a:extLst>
          </p:cNvPr>
          <p:cNvSpPr>
            <a:spLocks noGrp="1"/>
          </p:cNvSpPr>
          <p:nvPr>
            <p:ph type="pic" sz="quarter" idx="15"/>
          </p:nvPr>
        </p:nvSpPr>
        <p:spPr>
          <a:xfrm>
            <a:off x="7353304" y="0"/>
            <a:ext cx="4838696" cy="6399152"/>
          </a:xfrm>
          <a:custGeom>
            <a:avLst/>
            <a:gdLst>
              <a:gd name="connsiteX0" fmla="*/ 0 w 4838696"/>
              <a:gd name="connsiteY0" fmla="*/ 0 h 6399152"/>
              <a:gd name="connsiteX1" fmla="*/ 4838696 w 4838696"/>
              <a:gd name="connsiteY1" fmla="*/ 0 h 6399152"/>
              <a:gd name="connsiteX2" fmla="*/ 4838696 w 4838696"/>
              <a:gd name="connsiteY2" fmla="*/ 6399152 h 6399152"/>
              <a:gd name="connsiteX3" fmla="*/ 603230 w 4838696"/>
              <a:gd name="connsiteY3" fmla="*/ 6399152 h 6399152"/>
              <a:gd name="connsiteX4" fmla="*/ 0 w 4838696"/>
              <a:gd name="connsiteY4" fmla="*/ 579592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38696" h="6399152">
                <a:moveTo>
                  <a:pt x="0" y="0"/>
                </a:moveTo>
                <a:lnTo>
                  <a:pt x="4838696" y="0"/>
                </a:lnTo>
                <a:lnTo>
                  <a:pt x="4838696" y="6399152"/>
                </a:lnTo>
                <a:lnTo>
                  <a:pt x="603230" y="6399152"/>
                </a:lnTo>
                <a:cubicBezTo>
                  <a:pt x="270075" y="6399152"/>
                  <a:pt x="0" y="6129077"/>
                  <a:pt x="0" y="5795922"/>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6F84395D-714C-468A-B505-16E3BDC41D6C}" type="datetime1">
              <a:rPr lang="en-US" smtClean="0"/>
              <a:t>9/17/2026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405594400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Content Photo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96328" y="320040"/>
            <a:ext cx="4389120" cy="932688"/>
          </a:xfrm>
        </p:spPr>
        <p:txBody>
          <a:bodyPr anchor="b"/>
          <a:lstStyle/>
          <a:p>
            <a:r>
              <a:rPr lang="en-US"/>
              <a:t>Click to edit Master title style</a:t>
            </a:r>
          </a:p>
        </p:txBody>
      </p:sp>
      <p:sp>
        <p:nvSpPr>
          <p:cNvPr id="11" name="Picture Placeholder 9">
            <a:extLst>
              <a:ext uri="{FF2B5EF4-FFF2-40B4-BE49-F238E27FC236}">
                <a16:creationId xmlns:a16="http://schemas.microsoft.com/office/drawing/2014/main" id="{6B8A8E1B-B99E-8C69-154E-2FAADB07D510}"/>
              </a:ext>
            </a:extLst>
          </p:cNvPr>
          <p:cNvSpPr>
            <a:spLocks noGrp="1"/>
          </p:cNvSpPr>
          <p:nvPr>
            <p:ph type="pic" sz="quarter" idx="15"/>
          </p:nvPr>
        </p:nvSpPr>
        <p:spPr>
          <a:xfrm>
            <a:off x="0" y="0"/>
            <a:ext cx="6591300" cy="6399152"/>
          </a:xfrm>
          <a:custGeom>
            <a:avLst/>
            <a:gdLst>
              <a:gd name="connsiteX0" fmla="*/ 0 w 6591300"/>
              <a:gd name="connsiteY0" fmla="*/ 0 h 6399152"/>
              <a:gd name="connsiteX1" fmla="*/ 6591300 w 6591300"/>
              <a:gd name="connsiteY1" fmla="*/ 0 h 6399152"/>
              <a:gd name="connsiteX2" fmla="*/ 6591300 w 6591300"/>
              <a:gd name="connsiteY2" fmla="*/ 5797156 h 6399152"/>
              <a:gd name="connsiteX3" fmla="*/ 5989304 w 6591300"/>
              <a:gd name="connsiteY3" fmla="*/ 6399152 h 6399152"/>
              <a:gd name="connsiteX4" fmla="*/ 0 w 6591300"/>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91300" h="6399152">
                <a:moveTo>
                  <a:pt x="0" y="0"/>
                </a:moveTo>
                <a:lnTo>
                  <a:pt x="6591300" y="0"/>
                </a:lnTo>
                <a:lnTo>
                  <a:pt x="6591300" y="5797156"/>
                </a:lnTo>
                <a:cubicBezTo>
                  <a:pt x="6591300" y="6129629"/>
                  <a:pt x="6321777" y="6399152"/>
                  <a:pt x="5989304"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96328" y="1380744"/>
            <a:ext cx="438912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4009D615-5030-44BE-B1E7-FCAF557FFC34}" type="datetime1">
              <a:rPr lang="en-US" smtClean="0"/>
              <a:t>9/17/2026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69588665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Content Photo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7" y="320040"/>
            <a:ext cx="4573413"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29766" y="1380744"/>
            <a:ext cx="4573413"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2BD82EEA-7278-1A73-C95C-473F75B54048}"/>
              </a:ext>
            </a:extLst>
          </p:cNvPr>
          <p:cNvSpPr>
            <a:spLocks noGrp="1"/>
          </p:cNvSpPr>
          <p:nvPr>
            <p:ph type="pic" sz="quarter" idx="15"/>
          </p:nvPr>
        </p:nvSpPr>
        <p:spPr>
          <a:xfrm>
            <a:off x="5737593" y="0"/>
            <a:ext cx="6454407" cy="6399152"/>
          </a:xfrm>
          <a:custGeom>
            <a:avLst/>
            <a:gdLst>
              <a:gd name="connsiteX0" fmla="*/ 0 w 6454407"/>
              <a:gd name="connsiteY0" fmla="*/ 0 h 6399152"/>
              <a:gd name="connsiteX1" fmla="*/ 6454407 w 6454407"/>
              <a:gd name="connsiteY1" fmla="*/ 0 h 6399152"/>
              <a:gd name="connsiteX2" fmla="*/ 6454407 w 6454407"/>
              <a:gd name="connsiteY2" fmla="*/ 6399152 h 6399152"/>
              <a:gd name="connsiteX3" fmla="*/ 601996 w 6454407"/>
              <a:gd name="connsiteY3" fmla="*/ 6399152 h 6399152"/>
              <a:gd name="connsiteX4" fmla="*/ 0 w 6454407"/>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54407" h="6399152">
                <a:moveTo>
                  <a:pt x="0" y="0"/>
                </a:moveTo>
                <a:lnTo>
                  <a:pt x="6454407" y="0"/>
                </a:lnTo>
                <a:lnTo>
                  <a:pt x="6454407" y="6399152"/>
                </a:lnTo>
                <a:lnTo>
                  <a:pt x="601996" y="6399152"/>
                </a:lnTo>
                <a:cubicBezTo>
                  <a:pt x="269523" y="6399152"/>
                  <a:pt x="0" y="6129629"/>
                  <a:pt x="0" y="5797156"/>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65D8DDD-BB5E-4F5B-81F2-5E5F98B403C0}" type="datetime1">
              <a:rPr lang="en-US" smtClean="0"/>
              <a:t>9/17/2026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1897144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Content Photo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11155680" cy="970463"/>
          </a:xfrm>
        </p:spPr>
        <p:txBody>
          <a:bodyPr anchor="ctr"/>
          <a:lstStyle/>
          <a:p>
            <a:r>
              <a:rPr lang="en-US"/>
              <a:t>Click to edit Master title style</a:t>
            </a:r>
          </a:p>
        </p:txBody>
      </p:sp>
      <p:sp>
        <p:nvSpPr>
          <p:cNvPr id="9" name="Picture Placeholder 8">
            <a:extLst>
              <a:ext uri="{FF2B5EF4-FFF2-40B4-BE49-F238E27FC236}">
                <a16:creationId xmlns:a16="http://schemas.microsoft.com/office/drawing/2014/main" id="{19C22D85-D675-737B-9F54-B9D7FC819199}"/>
              </a:ext>
            </a:extLst>
          </p:cNvPr>
          <p:cNvSpPr>
            <a:spLocks noGrp="1"/>
          </p:cNvSpPr>
          <p:nvPr>
            <p:ph type="pic" sz="quarter" idx="15"/>
          </p:nvPr>
        </p:nvSpPr>
        <p:spPr>
          <a:xfrm>
            <a:off x="0" y="1828800"/>
            <a:ext cx="6707699" cy="5029200"/>
          </a:xfrm>
          <a:custGeom>
            <a:avLst/>
            <a:gdLst>
              <a:gd name="connsiteX0" fmla="*/ 0 w 6707699"/>
              <a:gd name="connsiteY0" fmla="*/ 0 h 5029200"/>
              <a:gd name="connsiteX1" fmla="*/ 6129259 w 6707699"/>
              <a:gd name="connsiteY1" fmla="*/ 0 h 5029200"/>
              <a:gd name="connsiteX2" fmla="*/ 6707699 w 6707699"/>
              <a:gd name="connsiteY2" fmla="*/ 578440 h 5029200"/>
              <a:gd name="connsiteX3" fmla="*/ 6707699 w 6707699"/>
              <a:gd name="connsiteY3" fmla="*/ 5029200 h 5029200"/>
              <a:gd name="connsiteX4" fmla="*/ 0 w 6707699"/>
              <a:gd name="connsiteY4" fmla="*/ 5029200 h 5029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07699" h="5029200">
                <a:moveTo>
                  <a:pt x="0" y="0"/>
                </a:moveTo>
                <a:lnTo>
                  <a:pt x="6129259" y="0"/>
                </a:lnTo>
                <a:cubicBezTo>
                  <a:pt x="6448723" y="0"/>
                  <a:pt x="6707699" y="258976"/>
                  <a:pt x="6707699" y="578440"/>
                </a:cubicBezTo>
                <a:lnTo>
                  <a:pt x="6707699" y="5029200"/>
                </a:lnTo>
                <a:lnTo>
                  <a:pt x="0" y="5029200"/>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389302" y="1828800"/>
            <a:ext cx="4196146" cy="45037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389302" y="6492240"/>
            <a:ext cx="1280160" cy="338328"/>
          </a:xfrm>
        </p:spPr>
        <p:txBody>
          <a:bodyPr/>
          <a:lstStyle/>
          <a:p>
            <a:fld id="{083588C5-4E32-4E6E-80AB-32A6125C957F}" type="datetime1">
              <a:rPr lang="en-US" smtClean="0"/>
              <a:t>9/17/2026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9462" y="6492240"/>
            <a:ext cx="2888554" cy="338328"/>
          </a:xfr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6978622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Content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820076" y="320040"/>
            <a:ext cx="6766560" cy="932688"/>
          </a:xfrm>
        </p:spPr>
        <p:txBody>
          <a:bodyPr anchor="b"/>
          <a:lstStyle/>
          <a:p>
            <a:r>
              <a:rPr lang="en-US"/>
              <a:t>Click to edit Master title style</a:t>
            </a:r>
          </a:p>
        </p:txBody>
      </p:sp>
      <p:sp>
        <p:nvSpPr>
          <p:cNvPr id="11" name="Picture Placeholder 3">
            <a:extLst>
              <a:ext uri="{FF2B5EF4-FFF2-40B4-BE49-F238E27FC236}">
                <a16:creationId xmlns:a16="http://schemas.microsoft.com/office/drawing/2014/main" id="{1B32E518-8213-A79A-7E36-BA4D782F8ED4}"/>
              </a:ext>
            </a:extLst>
          </p:cNvPr>
          <p:cNvSpPr>
            <a:spLocks noGrp="1"/>
          </p:cNvSpPr>
          <p:nvPr>
            <p:ph type="pic" sz="quarter" idx="15"/>
          </p:nvPr>
        </p:nvSpPr>
        <p:spPr>
          <a:xfrm>
            <a:off x="0" y="0"/>
            <a:ext cx="4147926" cy="6399152"/>
          </a:xfrm>
          <a:custGeom>
            <a:avLst/>
            <a:gdLst>
              <a:gd name="connsiteX0" fmla="*/ 0 w 4147926"/>
              <a:gd name="connsiteY0" fmla="*/ 0 h 6399152"/>
              <a:gd name="connsiteX1" fmla="*/ 4147926 w 4147926"/>
              <a:gd name="connsiteY1" fmla="*/ 0 h 6399152"/>
              <a:gd name="connsiteX2" fmla="*/ 4147926 w 4147926"/>
              <a:gd name="connsiteY2" fmla="*/ 5795922 h 6399152"/>
              <a:gd name="connsiteX3" fmla="*/ 3544696 w 4147926"/>
              <a:gd name="connsiteY3" fmla="*/ 6399152 h 6399152"/>
              <a:gd name="connsiteX4" fmla="*/ 0 w 4147926"/>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47926" h="6399152">
                <a:moveTo>
                  <a:pt x="0" y="0"/>
                </a:moveTo>
                <a:lnTo>
                  <a:pt x="4147926" y="0"/>
                </a:lnTo>
                <a:lnTo>
                  <a:pt x="4147926" y="5795922"/>
                </a:lnTo>
                <a:cubicBezTo>
                  <a:pt x="4147926" y="6129077"/>
                  <a:pt x="3877851" y="6399152"/>
                  <a:pt x="3544696"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820076" y="1380744"/>
            <a:ext cx="676656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B337EAFE-6A88-4B1F-9ABC-CA3CFB830DD6}" type="datetime1">
              <a:rPr lang="en-US" smtClean="0"/>
              <a:t>9/17/2026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218114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Content Photo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320040"/>
            <a:ext cx="6858000"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29768" y="1380744"/>
            <a:ext cx="685800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22444857-0BC3-ACAE-DBB1-5D530AA35ED8}"/>
              </a:ext>
            </a:extLst>
          </p:cNvPr>
          <p:cNvSpPr>
            <a:spLocks noGrp="1"/>
          </p:cNvSpPr>
          <p:nvPr>
            <p:ph type="pic" sz="quarter" idx="15"/>
          </p:nvPr>
        </p:nvSpPr>
        <p:spPr>
          <a:xfrm>
            <a:off x="8046768" y="0"/>
            <a:ext cx="4145232" cy="6399152"/>
          </a:xfrm>
          <a:custGeom>
            <a:avLst/>
            <a:gdLst>
              <a:gd name="connsiteX0" fmla="*/ 0 w 4145232"/>
              <a:gd name="connsiteY0" fmla="*/ 0 h 6399152"/>
              <a:gd name="connsiteX1" fmla="*/ 4145232 w 4145232"/>
              <a:gd name="connsiteY1" fmla="*/ 0 h 6399152"/>
              <a:gd name="connsiteX2" fmla="*/ 4145232 w 4145232"/>
              <a:gd name="connsiteY2" fmla="*/ 6399152 h 6399152"/>
              <a:gd name="connsiteX3" fmla="*/ 603230 w 4145232"/>
              <a:gd name="connsiteY3" fmla="*/ 6399152 h 6399152"/>
              <a:gd name="connsiteX4" fmla="*/ 0 w 4145232"/>
              <a:gd name="connsiteY4" fmla="*/ 579592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45232" h="6399152">
                <a:moveTo>
                  <a:pt x="0" y="0"/>
                </a:moveTo>
                <a:lnTo>
                  <a:pt x="4145232" y="0"/>
                </a:lnTo>
                <a:lnTo>
                  <a:pt x="4145232" y="6399152"/>
                </a:lnTo>
                <a:lnTo>
                  <a:pt x="603230" y="6399152"/>
                </a:lnTo>
                <a:cubicBezTo>
                  <a:pt x="270075" y="6399152"/>
                  <a:pt x="0" y="6129077"/>
                  <a:pt x="0" y="5795922"/>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9EF70683-5F2F-44F3-8B59-45258C4FD45A}" type="datetime1">
              <a:rPr lang="en-US" smtClean="0"/>
              <a:t>9/17/2026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46706546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Content Photo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48639"/>
            <a:ext cx="4855464" cy="1453896"/>
          </a:xfrm>
        </p:spPr>
        <p:txBody>
          <a:bodyPr anchor="t"/>
          <a:lstStyle/>
          <a:p>
            <a:r>
              <a:rPr lang="en-US"/>
              <a:t>Click to edit Master title style</a:t>
            </a:r>
          </a:p>
        </p:txBody>
      </p:sp>
      <p:sp>
        <p:nvSpPr>
          <p:cNvPr id="11" name="Picture Placeholder 8">
            <a:extLst>
              <a:ext uri="{FF2B5EF4-FFF2-40B4-BE49-F238E27FC236}">
                <a16:creationId xmlns:a16="http://schemas.microsoft.com/office/drawing/2014/main" id="{C202BC3A-8633-9F03-1586-99447DA1CFF3}"/>
              </a:ext>
            </a:extLst>
          </p:cNvPr>
          <p:cNvSpPr>
            <a:spLocks noGrp="1"/>
          </p:cNvSpPr>
          <p:nvPr>
            <p:ph type="pic" sz="quarter" idx="15"/>
          </p:nvPr>
        </p:nvSpPr>
        <p:spPr>
          <a:xfrm>
            <a:off x="0" y="2293496"/>
            <a:ext cx="5285232" cy="4564504"/>
          </a:xfrm>
          <a:custGeom>
            <a:avLst/>
            <a:gdLst>
              <a:gd name="connsiteX0" fmla="*/ 0 w 5285232"/>
              <a:gd name="connsiteY0" fmla="*/ 0 h 4564504"/>
              <a:gd name="connsiteX1" fmla="*/ 4706792 w 5285232"/>
              <a:gd name="connsiteY1" fmla="*/ 0 h 4564504"/>
              <a:gd name="connsiteX2" fmla="*/ 5285232 w 5285232"/>
              <a:gd name="connsiteY2" fmla="*/ 578440 h 4564504"/>
              <a:gd name="connsiteX3" fmla="*/ 5285232 w 5285232"/>
              <a:gd name="connsiteY3" fmla="*/ 4564504 h 4564504"/>
              <a:gd name="connsiteX4" fmla="*/ 0 w 5285232"/>
              <a:gd name="connsiteY4" fmla="*/ 4564504 h 45645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85232" h="4564504">
                <a:moveTo>
                  <a:pt x="0" y="0"/>
                </a:moveTo>
                <a:lnTo>
                  <a:pt x="4706792" y="0"/>
                </a:lnTo>
                <a:cubicBezTo>
                  <a:pt x="5026256" y="0"/>
                  <a:pt x="5285232" y="258976"/>
                  <a:pt x="5285232" y="578440"/>
                </a:cubicBezTo>
                <a:lnTo>
                  <a:pt x="5285232" y="4564504"/>
                </a:lnTo>
                <a:lnTo>
                  <a:pt x="0" y="4564504"/>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096000" y="6492240"/>
            <a:ext cx="2651760" cy="338328"/>
          </a:xfrm>
        </p:spPr>
        <p:txBody>
          <a:bodyPr/>
          <a:lstStyle/>
          <a:p>
            <a:fld id="{813EDC87-0EBE-4D2E-8804-E5F0EDA0B797}" type="datetime1">
              <a:rPr lang="en-US" smtClean="0"/>
              <a:t>9/17/2026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98820955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Content Photo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50218"/>
            <a:ext cx="3827439" cy="1453896"/>
          </a:xfrm>
        </p:spPr>
        <p:txBody>
          <a:bodyPr anchor="t">
            <a:normAutofit/>
          </a:bodyPr>
          <a:lstStyle>
            <a:lvl1pPr>
              <a:defRPr sz="3200"/>
            </a:lvl1pPr>
          </a:lstStyle>
          <a:p>
            <a:r>
              <a:rPr lang="en-US"/>
              <a:t>Click to edit Master title style</a:t>
            </a:r>
          </a:p>
        </p:txBody>
      </p:sp>
      <p:sp>
        <p:nvSpPr>
          <p:cNvPr id="10" name="Picture Placeholder 8">
            <a:extLst>
              <a:ext uri="{FF2B5EF4-FFF2-40B4-BE49-F238E27FC236}">
                <a16:creationId xmlns:a16="http://schemas.microsoft.com/office/drawing/2014/main" id="{E211327B-3880-6494-1C8F-EEE1BF913B81}"/>
              </a:ext>
            </a:extLst>
          </p:cNvPr>
          <p:cNvSpPr>
            <a:spLocks noGrp="1"/>
          </p:cNvSpPr>
          <p:nvPr>
            <p:ph type="pic" sz="quarter" idx="15"/>
          </p:nvPr>
        </p:nvSpPr>
        <p:spPr>
          <a:xfrm>
            <a:off x="0" y="2293494"/>
            <a:ext cx="4176819" cy="4564506"/>
          </a:xfrm>
          <a:custGeom>
            <a:avLst/>
            <a:gdLst>
              <a:gd name="connsiteX0" fmla="*/ 0 w 4176819"/>
              <a:gd name="connsiteY0" fmla="*/ 0 h 4564506"/>
              <a:gd name="connsiteX1" fmla="*/ 3598379 w 4176819"/>
              <a:gd name="connsiteY1" fmla="*/ 0 h 4564506"/>
              <a:gd name="connsiteX2" fmla="*/ 4176819 w 4176819"/>
              <a:gd name="connsiteY2" fmla="*/ 578440 h 4564506"/>
              <a:gd name="connsiteX3" fmla="*/ 4176819 w 4176819"/>
              <a:gd name="connsiteY3" fmla="*/ 4564506 h 4564506"/>
              <a:gd name="connsiteX4" fmla="*/ 0 w 4176819"/>
              <a:gd name="connsiteY4" fmla="*/ 4564506 h 45645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76819" h="4564506">
                <a:moveTo>
                  <a:pt x="0" y="0"/>
                </a:moveTo>
                <a:lnTo>
                  <a:pt x="3598379" y="0"/>
                </a:lnTo>
                <a:cubicBezTo>
                  <a:pt x="3917843" y="0"/>
                  <a:pt x="4176819" y="258976"/>
                  <a:pt x="4176819" y="578440"/>
                </a:cubicBezTo>
                <a:lnTo>
                  <a:pt x="4176819" y="4564506"/>
                </a:lnTo>
                <a:lnTo>
                  <a:pt x="0" y="4564506"/>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120787" y="549275"/>
            <a:ext cx="6561138" cy="57881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115073" y="6492240"/>
            <a:ext cx="2843784" cy="338328"/>
          </a:xfrm>
        </p:spPr>
        <p:txBody>
          <a:bodyPr/>
          <a:lstStyle/>
          <a:p>
            <a:fld id="{51CF56A9-FD41-47F4-80A0-DA74EEEC2541}" type="datetime1">
              <a:rPr lang="en-US" smtClean="0"/>
              <a:t>9/17/2026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96832620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ig Number">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493776" y="603504"/>
            <a:ext cx="11201400" cy="4206240"/>
          </a:xfrm>
        </p:spPr>
        <p:txBody>
          <a:bodyPr>
            <a:normAutofit/>
          </a:bodyPr>
          <a:lstStyle>
            <a:lvl1pPr algn="ctr">
              <a:defRPr sz="27800"/>
            </a:lvl1pPr>
          </a:lstStyle>
          <a:p>
            <a:r>
              <a:rPr lang="en-US"/>
              <a: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p>
            <a:fld id="{A4CBD270-9BF1-4C68-A7FA-BA016D8BB959}" type="datetime1">
              <a:rPr lang="en-US" smtClean="0"/>
              <a:t>9/17/2026</a:t>
            </a:fld>
            <a:endParaRPr lang="en-US" dirty="0"/>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p:nvPr>
        </p:nvSpPr>
        <p:spPr>
          <a:xfrm>
            <a:off x="1389888" y="4809744"/>
            <a:ext cx="9345168" cy="1225296"/>
          </a:xfrm>
        </p:spPr>
        <p:txBody>
          <a:bodyPr>
            <a:normAutofit/>
          </a:bodyPr>
          <a:lstStyle>
            <a:lvl1pPr marL="0" indent="0" algn="ctr">
              <a:buNone/>
              <a:defRPr sz="2800" cap="all" baseline="0"/>
            </a:lvl1pPr>
            <a:lvl2pPr marL="228600" indent="0" algn="ctr">
              <a:buNone/>
              <a:defRPr sz="2400" cap="all" baseline="0"/>
            </a:lvl2pPr>
            <a:lvl3pPr marL="457200" indent="0" algn="ctr">
              <a:buNone/>
              <a:defRPr sz="2000" cap="all" baseline="0"/>
            </a:lvl3pPr>
            <a:lvl4pPr marL="685800" indent="0" algn="ctr">
              <a:buNone/>
              <a:defRPr sz="1800" cap="all" baseline="0"/>
            </a:lvl4pPr>
            <a:lvl5pPr marL="914400" indent="0" algn="ctr">
              <a:buNone/>
              <a:defRPr sz="1600" cap="all"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21740340"/>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ig Number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539496" y="420624"/>
            <a:ext cx="11100816" cy="4334256"/>
          </a:xfrm>
        </p:spPr>
        <p:txBody>
          <a:bodyPr>
            <a:normAutofit/>
          </a:bodyPr>
          <a:lstStyle>
            <a:lvl1pPr algn="l">
              <a:defRPr sz="27800">
                <a:solidFill>
                  <a:schemeClr val="tx1"/>
                </a:solidFill>
              </a:defRPr>
            </a:lvl1pPr>
          </a:lstStyle>
          <a:p>
            <a:r>
              <a:rPr lang="en-US"/>
              <a: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lvl1pPr>
              <a:defRPr>
                <a:solidFill>
                  <a:schemeClr val="tx1"/>
                </a:solidFill>
              </a:defRPr>
            </a:lvl1pPr>
          </a:lstStyle>
          <a:p>
            <a:fld id="{E023AFB7-90A6-428C-A019-BBE6272496B8}" type="datetime1">
              <a:rPr lang="en-US" smtClean="0"/>
              <a:t>9/17/2026</a:t>
            </a:fld>
            <a:endParaRPr lang="en-US" dirty="0"/>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621792" y="4873752"/>
            <a:ext cx="8439912" cy="1490472"/>
          </a:xfrm>
        </p:spPr>
        <p:txBody>
          <a:bodyPr>
            <a:normAutofit/>
          </a:bodyPr>
          <a:lstStyle>
            <a:lvl1pPr marL="0" indent="0" algn="l">
              <a:buNone/>
              <a:defRPr sz="2800" cap="all" baseline="0">
                <a:solidFill>
                  <a:schemeClr val="tx1"/>
                </a:solidFill>
              </a:defRPr>
            </a:lvl1pPr>
            <a:lvl2pPr marL="228600" indent="0" algn="l">
              <a:buNone/>
              <a:defRPr sz="2400" cap="all" baseline="0">
                <a:solidFill>
                  <a:schemeClr val="tx1"/>
                </a:solidFill>
              </a:defRPr>
            </a:lvl2pPr>
            <a:lvl3pPr marL="457200" indent="0" algn="l">
              <a:buNone/>
              <a:defRPr sz="2000" cap="all" baseline="0">
                <a:solidFill>
                  <a:schemeClr val="tx1"/>
                </a:solidFill>
              </a:defRPr>
            </a:lvl3pPr>
            <a:lvl4pPr marL="685800" indent="0" algn="l">
              <a:buNone/>
              <a:defRPr sz="1800" cap="all" baseline="0">
                <a:solidFill>
                  <a:schemeClr val="tx1"/>
                </a:solidFill>
              </a:defRPr>
            </a:lvl4pPr>
            <a:lvl5pPr marL="914400" indent="0" algn="l">
              <a:buNone/>
              <a:defRPr sz="1600" cap="all" baseline="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40170125"/>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ig Number 3">
    <p:bg>
      <p:bgRef idx="1001">
        <a:schemeClr val="bg1"/>
      </p:bgRef>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3193DB7D-955F-21DF-15DA-4285375617FC}"/>
              </a:ext>
            </a:extLst>
          </p:cNvPr>
          <p:cNvSpPr/>
          <p:nvPr userDrawn="1"/>
        </p:nvSpPr>
        <p:spPr>
          <a:xfrm>
            <a:off x="1" y="4783948"/>
            <a:ext cx="11762231" cy="2074052"/>
          </a:xfrm>
          <a:custGeom>
            <a:avLst/>
            <a:gdLst>
              <a:gd name="connsiteX0" fmla="*/ 0 w 11762231"/>
              <a:gd name="connsiteY0" fmla="*/ 0 h 2074052"/>
              <a:gd name="connsiteX1" fmla="*/ 112775 w 11762231"/>
              <a:gd name="connsiteY1" fmla="*/ 0 h 2074052"/>
              <a:gd name="connsiteX2" fmla="*/ 11102489 w 11762231"/>
              <a:gd name="connsiteY2" fmla="*/ 0 h 2074052"/>
              <a:gd name="connsiteX3" fmla="*/ 11437005 w 11762231"/>
              <a:gd name="connsiteY3" fmla="*/ 0 h 2074052"/>
              <a:gd name="connsiteX4" fmla="*/ 11762231 w 11762231"/>
              <a:gd name="connsiteY4" fmla="*/ 325226 h 2074052"/>
              <a:gd name="connsiteX5" fmla="*/ 11762231 w 11762231"/>
              <a:gd name="connsiteY5" fmla="*/ 2074052 h 2074052"/>
              <a:gd name="connsiteX6" fmla="*/ 11427715 w 11762231"/>
              <a:gd name="connsiteY6" fmla="*/ 2074052 h 2074052"/>
              <a:gd name="connsiteX7" fmla="*/ 112775 w 11762231"/>
              <a:gd name="connsiteY7" fmla="*/ 2074052 h 2074052"/>
              <a:gd name="connsiteX8" fmla="*/ 0 w 11762231"/>
              <a:gd name="connsiteY8" fmla="*/ 2074052 h 2074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62231" h="2074052">
                <a:moveTo>
                  <a:pt x="0" y="0"/>
                </a:moveTo>
                <a:lnTo>
                  <a:pt x="112775" y="0"/>
                </a:lnTo>
                <a:lnTo>
                  <a:pt x="11102489" y="0"/>
                </a:lnTo>
                <a:lnTo>
                  <a:pt x="11437005" y="0"/>
                </a:lnTo>
                <a:cubicBezTo>
                  <a:pt x="11616622" y="0"/>
                  <a:pt x="11762231" y="145609"/>
                  <a:pt x="11762231" y="325226"/>
                </a:cubicBezTo>
                <a:lnTo>
                  <a:pt x="11762231" y="2074052"/>
                </a:lnTo>
                <a:lnTo>
                  <a:pt x="11427715" y="2074052"/>
                </a:lnTo>
                <a:lnTo>
                  <a:pt x="112775" y="2074052"/>
                </a:lnTo>
                <a:lnTo>
                  <a:pt x="0" y="2074052"/>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539496" y="420624"/>
            <a:ext cx="11100816" cy="4334256"/>
          </a:xfrm>
        </p:spPr>
        <p:txBody>
          <a:bodyPr>
            <a:normAutofit/>
          </a:bodyPr>
          <a:lstStyle>
            <a:lvl1pPr algn="l">
              <a:defRPr sz="27800">
                <a:solidFill>
                  <a:schemeClr val="tx1"/>
                </a:solidFill>
              </a:defRPr>
            </a:lvl1pPr>
          </a:lstStyle>
          <a:p>
            <a:r>
              <a:rPr lang="en-US"/>
              <a: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lvl1pPr>
              <a:defRPr>
                <a:solidFill>
                  <a:schemeClr val="tx1"/>
                </a:solidFill>
              </a:defRPr>
            </a:lvl1pPr>
          </a:lstStyle>
          <a:p>
            <a:fld id="{09E47A9E-7C3C-4663-841E-C89520FA85A3}" type="datetime1">
              <a:rPr lang="en-US" smtClean="0"/>
              <a:t>9/17/2026</a:t>
            </a:fld>
            <a:endParaRPr lang="en-US" dirty="0"/>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a:xfrm>
            <a:off x="8430768" y="6492240"/>
            <a:ext cx="2660904" cy="338328"/>
          </a:xfrm>
        </p:spPr>
        <p:txBody>
          <a:bodyPr/>
          <a:lstStyle>
            <a:lvl1pPr>
              <a:defRPr>
                <a:solidFill>
                  <a:schemeClr val="tx1"/>
                </a:solidFill>
              </a:defRPr>
            </a:lvl1pPr>
          </a:lstStyle>
          <a:p>
            <a:r>
              <a:rPr lang="en-US" dirty="0"/>
              <a:t>Sample Footer Text</a:t>
            </a:r>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a:xfrm>
            <a:off x="11183112" y="6492240"/>
            <a:ext cx="457200" cy="338328"/>
          </a:xfrm>
        </p:spPr>
        <p:txBody>
          <a:bodyPr/>
          <a:lstStyle>
            <a:lvl1pPr>
              <a:defRPr>
                <a:solidFill>
                  <a:schemeClr val="tx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621792" y="4873752"/>
            <a:ext cx="8439912" cy="1589420"/>
          </a:xfrm>
        </p:spPr>
        <p:txBody>
          <a:bodyPr anchor="ctr">
            <a:normAutofit/>
          </a:bodyPr>
          <a:lstStyle>
            <a:lvl1pPr marL="0" indent="0" algn="l">
              <a:buNone/>
              <a:defRPr sz="2800" cap="all" baseline="0">
                <a:solidFill>
                  <a:schemeClr val="tx1"/>
                </a:solidFill>
              </a:defRPr>
            </a:lvl1pPr>
            <a:lvl2pPr marL="228600" indent="0" algn="l">
              <a:buNone/>
              <a:defRPr sz="2400" cap="all" baseline="0">
                <a:solidFill>
                  <a:schemeClr val="tx1"/>
                </a:solidFill>
              </a:defRPr>
            </a:lvl2pPr>
            <a:lvl3pPr marL="457200" indent="0" algn="l">
              <a:buNone/>
              <a:defRPr sz="2000" cap="all" baseline="0">
                <a:solidFill>
                  <a:schemeClr val="tx1"/>
                </a:solidFill>
              </a:defRPr>
            </a:lvl3pPr>
            <a:lvl4pPr marL="685800" indent="0" algn="l">
              <a:buNone/>
              <a:defRPr sz="1800" cap="all" baseline="0">
                <a:solidFill>
                  <a:schemeClr val="tx1"/>
                </a:solidFill>
              </a:defRPr>
            </a:lvl4pPr>
            <a:lvl5pPr marL="914400" indent="0" algn="l">
              <a:buNone/>
              <a:defRPr sz="1600" cap="all" baseline="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47767934"/>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tatem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42FED8FD-3F8D-425F-9991-7FB6FCCEC5A2}" type="datetime1">
              <a:rPr lang="en-US" smtClean="0"/>
              <a:t>9/17/2026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30936"/>
            <a:ext cx="8266176" cy="5605272"/>
          </a:xfrm>
        </p:spPr>
        <p:txBody>
          <a:bodyPr anchor="ctr">
            <a:normAutofit/>
          </a:bodyPr>
          <a:lstStyle>
            <a:lvl1pPr marL="0" indent="0">
              <a:lnSpc>
                <a:spcPct val="100000"/>
              </a:lnSpc>
              <a:buNone/>
              <a:defRPr sz="5400" b="1"/>
            </a:lvl1pPr>
            <a:lvl2pPr marL="228600" indent="0">
              <a:lnSpc>
                <a:spcPct val="100000"/>
              </a:lnSpc>
              <a:buNone/>
              <a:defRPr sz="4800" b="1"/>
            </a:lvl2pPr>
            <a:lvl3pPr marL="457200" indent="0">
              <a:lnSpc>
                <a:spcPct val="100000"/>
              </a:lnSpc>
              <a:buNone/>
              <a:defRPr sz="4400" b="1"/>
            </a:lvl3pPr>
            <a:lvl4pPr marL="685800" indent="0">
              <a:lnSpc>
                <a:spcPct val="100000"/>
              </a:lnSpc>
              <a:buNone/>
              <a:defRPr sz="4000" b="1"/>
            </a:lvl4pPr>
            <a:lvl5pPr marL="914400" indent="0">
              <a:lnSpc>
                <a:spcPct val="100000"/>
              </a:lnSpc>
              <a:buNone/>
              <a:defRPr sz="36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653613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tatement 2">
    <p:spTree>
      <p:nvGrpSpPr>
        <p:cNvPr id="1" name=""/>
        <p:cNvGrpSpPr/>
        <p:nvPr/>
      </p:nvGrpSpPr>
      <p:grpSpPr>
        <a:xfrm>
          <a:off x="0" y="0"/>
          <a:ext cx="0" cy="0"/>
          <a:chOff x="0" y="0"/>
          <a:chExt cx="0" cy="0"/>
        </a:xfrm>
      </p:grpSpPr>
      <p:sp>
        <p:nvSpPr>
          <p:cNvPr id="16" name="Freeform: Shape 15">
            <a:extLst>
              <a:ext uri="{FF2B5EF4-FFF2-40B4-BE49-F238E27FC236}">
                <a16:creationId xmlns:a16="http://schemas.microsoft.com/office/drawing/2014/main" id="{860B29AE-EBEF-71CC-AE38-3B2CD14FCA19}"/>
              </a:ext>
            </a:extLst>
          </p:cNvPr>
          <p:cNvSpPr/>
          <p:nvPr userDrawn="1"/>
        </p:nvSpPr>
        <p:spPr>
          <a:xfrm rot="5400000" flipV="1">
            <a:off x="-2566724" y="2566724"/>
            <a:ext cx="6399213" cy="1265765"/>
          </a:xfrm>
          <a:custGeom>
            <a:avLst/>
            <a:gdLst>
              <a:gd name="connsiteX0" fmla="*/ 0 w 6399213"/>
              <a:gd name="connsiteY0" fmla="*/ 0 h 1265765"/>
              <a:gd name="connsiteX1" fmla="*/ 0 w 6399213"/>
              <a:gd name="connsiteY1" fmla="*/ 1265765 h 1265765"/>
              <a:gd name="connsiteX2" fmla="*/ 5982881 w 6399213"/>
              <a:gd name="connsiteY2" fmla="*/ 1265765 h 1265765"/>
              <a:gd name="connsiteX3" fmla="*/ 6399213 w 6399213"/>
              <a:gd name="connsiteY3" fmla="*/ 849433 h 1265765"/>
              <a:gd name="connsiteX4" fmla="*/ 6399213 w 6399213"/>
              <a:gd name="connsiteY4" fmla="*/ 0 h 12657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99213" h="1265765">
                <a:moveTo>
                  <a:pt x="0" y="0"/>
                </a:moveTo>
                <a:lnTo>
                  <a:pt x="0" y="1265765"/>
                </a:lnTo>
                <a:lnTo>
                  <a:pt x="5982881" y="1265765"/>
                </a:lnTo>
                <a:cubicBezTo>
                  <a:pt x="6212815" y="1265765"/>
                  <a:pt x="6399213" y="1079367"/>
                  <a:pt x="6399213" y="849433"/>
                </a:cubicBezTo>
                <a:lnTo>
                  <a:pt x="6399213" y="0"/>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5BD6B3E3-A05B-4311-9C9A-DA8A512CAB97}" type="datetime1">
              <a:rPr lang="en-US" smtClean="0"/>
              <a:t>9/17/2026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798217" y="630935"/>
            <a:ext cx="8266176" cy="5605272"/>
          </a:xfrm>
        </p:spPr>
        <p:txBody>
          <a:bodyPr anchor="ctr">
            <a:normAutofit/>
          </a:bodyPr>
          <a:lstStyle>
            <a:lvl1pPr marL="0" indent="0">
              <a:lnSpc>
                <a:spcPct val="100000"/>
              </a:lnSpc>
              <a:buNone/>
              <a:defRPr sz="5400" b="1"/>
            </a:lvl1pPr>
            <a:lvl2pPr marL="228600" indent="0">
              <a:lnSpc>
                <a:spcPct val="100000"/>
              </a:lnSpc>
              <a:buNone/>
              <a:defRPr sz="4800" b="1"/>
            </a:lvl2pPr>
            <a:lvl3pPr marL="457200" indent="0">
              <a:lnSpc>
                <a:spcPct val="100000"/>
              </a:lnSpc>
              <a:buNone/>
              <a:defRPr sz="4400" b="1"/>
            </a:lvl3pPr>
            <a:lvl4pPr marL="685800" indent="0">
              <a:lnSpc>
                <a:spcPct val="100000"/>
              </a:lnSpc>
              <a:buNone/>
              <a:defRPr sz="4000" b="1"/>
            </a:lvl4pPr>
            <a:lvl5pPr marL="914400" indent="0">
              <a:lnSpc>
                <a:spcPct val="100000"/>
              </a:lnSpc>
              <a:buNone/>
              <a:defRPr sz="36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1914536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tatement 3">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1CEC059F-651D-D540-DF60-D6361D9C716B}"/>
              </a:ext>
            </a:extLst>
          </p:cNvPr>
          <p:cNvSpPr/>
          <p:nvPr userDrawn="1"/>
        </p:nvSpPr>
        <p:spPr>
          <a:xfrm flipV="1">
            <a:off x="1" y="6099048"/>
            <a:ext cx="10487111" cy="758952"/>
          </a:xfrm>
          <a:custGeom>
            <a:avLst/>
            <a:gdLst>
              <a:gd name="connsiteX0" fmla="*/ 0 w 10487111"/>
              <a:gd name="connsiteY0" fmla="*/ 758952 h 758952"/>
              <a:gd name="connsiteX1" fmla="*/ 10070779 w 10487111"/>
              <a:gd name="connsiteY1" fmla="*/ 758952 h 758952"/>
              <a:gd name="connsiteX2" fmla="*/ 10487111 w 10487111"/>
              <a:gd name="connsiteY2" fmla="*/ 342620 h 758952"/>
              <a:gd name="connsiteX3" fmla="*/ 10487111 w 10487111"/>
              <a:gd name="connsiteY3" fmla="*/ 0 h 758952"/>
              <a:gd name="connsiteX4" fmla="*/ 0 w 10487111"/>
              <a:gd name="connsiteY4" fmla="*/ 0 h 7589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87111" h="758952">
                <a:moveTo>
                  <a:pt x="0" y="758952"/>
                </a:moveTo>
                <a:lnTo>
                  <a:pt x="10070779" y="758952"/>
                </a:lnTo>
                <a:cubicBezTo>
                  <a:pt x="10300713" y="758952"/>
                  <a:pt x="10487111" y="572554"/>
                  <a:pt x="10487111" y="342620"/>
                </a:cubicBezTo>
                <a:lnTo>
                  <a:pt x="10487111" y="0"/>
                </a:lnTo>
                <a:lnTo>
                  <a:pt x="0" y="0"/>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FAEFBAE2-1C27-41D0-8DBA-D202F753417F}" type="datetime1">
              <a:rPr lang="en-US" smtClean="0"/>
              <a:t>9/17/2026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7068312" y="6492240"/>
            <a:ext cx="2660904" cy="338328"/>
          </a:xfrm>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9820656" y="6492240"/>
            <a:ext cx="457200" cy="338328"/>
          </a:xfrm>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283464" y="1596767"/>
            <a:ext cx="9537192" cy="4142232"/>
          </a:xfrm>
        </p:spPr>
        <p:txBody>
          <a:bodyPr anchor="b">
            <a:normAutofit/>
          </a:bodyPr>
          <a:lstStyle>
            <a:lvl1pPr marL="0" indent="0">
              <a:lnSpc>
                <a:spcPct val="100000"/>
              </a:lnSpc>
              <a:buNone/>
              <a:defRPr sz="6000" b="1"/>
            </a:lvl1pPr>
            <a:lvl2pPr marL="228600" indent="0">
              <a:lnSpc>
                <a:spcPct val="100000"/>
              </a:lnSpc>
              <a:buNone/>
              <a:defRPr sz="5400" b="1"/>
            </a:lvl2pPr>
            <a:lvl3pPr marL="457200" indent="0">
              <a:lnSpc>
                <a:spcPct val="100000"/>
              </a:lnSpc>
              <a:buNone/>
              <a:defRPr sz="4800" b="1"/>
            </a:lvl3pPr>
            <a:lvl4pPr marL="685800" indent="0">
              <a:lnSpc>
                <a:spcPct val="100000"/>
              </a:lnSpc>
              <a:buNone/>
              <a:defRPr sz="4400" b="1"/>
            </a:lvl4pPr>
            <a:lvl5pPr marL="914400" indent="0">
              <a:lnSpc>
                <a:spcPct val="100000"/>
              </a:lnSpc>
              <a:buNone/>
              <a:defRPr sz="40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1885976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499616" y="1524002"/>
            <a:ext cx="9198864" cy="2871216"/>
          </a:xfrm>
        </p:spPr>
        <p:txBody>
          <a:bodyPr anchor="ctr">
            <a:normAutofit/>
          </a:bodyPr>
          <a:lstStyle>
            <a:lvl1pPr>
              <a:lnSpc>
                <a:spcPct val="110000"/>
              </a:lnSpc>
              <a:defRPr sz="4000" cap="none" baseline="0"/>
            </a:lvl1pPr>
          </a:lstStyle>
          <a:p>
            <a:r>
              <a:rPr lang="en-US"/>
              <a:t>Click to edit Quote</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p>
            <a:fld id="{6A453612-8941-41EA-ABBA-F717A06C8346}" type="datetime1">
              <a:rPr lang="en-US" smtClean="0"/>
              <a:t>9/17/2026</a:t>
            </a:fld>
            <a:endParaRPr lang="en-US" dirty="0"/>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499616" y="5376672"/>
            <a:ext cx="9198864" cy="466344"/>
          </a:xfrm>
        </p:spPr>
        <p:txBody>
          <a:bodyPr>
            <a:normAutofit/>
          </a:bodyPr>
          <a:lstStyle>
            <a:lvl1pPr marL="0" indent="0">
              <a:buNone/>
              <a:defRPr sz="2200" b="1" cap="all" baseline="0">
                <a:solidFill>
                  <a:schemeClr val="accent1"/>
                </a:solidFill>
              </a:defRPr>
            </a:lvl1pPr>
            <a:lvl2pPr marL="228600" indent="0">
              <a:buNone/>
              <a:defRPr sz="2000" b="1" cap="all" baseline="0">
                <a:solidFill>
                  <a:schemeClr val="accent1"/>
                </a:solidFill>
              </a:defRPr>
            </a:lvl2pPr>
            <a:lvl3pPr marL="457200" indent="0">
              <a:buNone/>
              <a:defRPr sz="1800" b="1" cap="all" baseline="0">
                <a:solidFill>
                  <a:schemeClr val="accent1"/>
                </a:solidFill>
              </a:defRPr>
            </a:lvl3pPr>
            <a:lvl4pPr marL="685800" indent="0">
              <a:buNone/>
              <a:defRPr sz="1600" b="1" cap="all" baseline="0">
                <a:solidFill>
                  <a:schemeClr val="accent1"/>
                </a:solidFill>
              </a:defRPr>
            </a:lvl4pPr>
            <a:lvl5pPr marL="914400" indent="0">
              <a:buNone/>
              <a:defRPr sz="1400" b="1" cap="all" baseline="0">
                <a:solidFill>
                  <a:schemeClr val="accent1"/>
                </a:solidFill>
              </a:defRPr>
            </a:lvl5pPr>
          </a:lstStyle>
          <a:p>
            <a:pPr lvl="0"/>
            <a:r>
              <a:rPr lang="en-US"/>
              <a:t>Quote Author</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269020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2">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19D41517-889E-CBB7-FD17-C5FECA783B2A}"/>
              </a:ext>
            </a:extLst>
          </p:cNvPr>
          <p:cNvSpPr/>
          <p:nvPr userDrawn="1"/>
        </p:nvSpPr>
        <p:spPr>
          <a:xfrm flipV="1">
            <a:off x="0" y="823828"/>
            <a:ext cx="11385608" cy="6034172"/>
          </a:xfrm>
          <a:custGeom>
            <a:avLst/>
            <a:gdLst>
              <a:gd name="connsiteX0" fmla="*/ 0 w 11385608"/>
              <a:gd name="connsiteY0" fmla="*/ 6034172 h 6034172"/>
              <a:gd name="connsiteX1" fmla="*/ 10969276 w 11385608"/>
              <a:gd name="connsiteY1" fmla="*/ 6034172 h 6034172"/>
              <a:gd name="connsiteX2" fmla="*/ 11385608 w 11385608"/>
              <a:gd name="connsiteY2" fmla="*/ 5617840 h 6034172"/>
              <a:gd name="connsiteX3" fmla="*/ 11385608 w 11385608"/>
              <a:gd name="connsiteY3" fmla="*/ 0 h 6034172"/>
              <a:gd name="connsiteX4" fmla="*/ 0 w 11385608"/>
              <a:gd name="connsiteY4" fmla="*/ 0 h 60341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85608" h="6034172">
                <a:moveTo>
                  <a:pt x="0" y="6034172"/>
                </a:moveTo>
                <a:lnTo>
                  <a:pt x="10969276" y="6034172"/>
                </a:lnTo>
                <a:cubicBezTo>
                  <a:pt x="11199210" y="6034172"/>
                  <a:pt x="11385608" y="5847774"/>
                  <a:pt x="11385608" y="5617840"/>
                </a:cubicBezTo>
                <a:lnTo>
                  <a:pt x="11385608" y="0"/>
                </a:lnTo>
                <a:lnTo>
                  <a:pt x="0" y="0"/>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429768" y="1783080"/>
            <a:ext cx="8499079" cy="2249424"/>
          </a:xfrm>
        </p:spPr>
        <p:txBody>
          <a:bodyPr anchor="t">
            <a:normAutofit/>
          </a:bodyPr>
          <a:lstStyle>
            <a:lvl1pPr>
              <a:lnSpc>
                <a:spcPct val="100000"/>
              </a:lnSpc>
              <a:defRPr sz="3600" cap="none" baseline="0"/>
            </a:lvl1pPr>
          </a:lstStyle>
          <a:p>
            <a:r>
              <a:rPr lang="en-US"/>
              <a:t>Click to edit Quote</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p>
            <a:fld id="{73D6CD22-E4B3-48A1-94CA-B89DB574ED80}" type="datetime1">
              <a:rPr lang="en-US" smtClean="0"/>
              <a:t>9/17/2026</a:t>
            </a:fld>
            <a:endParaRPr lang="en-US" dirty="0"/>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a:xfrm>
            <a:off x="8669124" y="6492240"/>
            <a:ext cx="2660904" cy="338328"/>
          </a:xfrm>
        </p:spPr>
        <p:txBody>
          <a:bodyPr/>
          <a:lstStyle/>
          <a:p>
            <a:r>
              <a:rPr lang="en-US" dirty="0"/>
              <a:t>Sample Footer Text</a:t>
            </a:r>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a:xfrm>
            <a:off x="11421468" y="6492240"/>
            <a:ext cx="457200" cy="338328"/>
          </a:xfrm>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429768" y="5120640"/>
            <a:ext cx="5431536" cy="1289304"/>
          </a:xfrm>
        </p:spPr>
        <p:txBody>
          <a:bodyPr vert="horz" lIns="91440" tIns="45720" rIns="91440" bIns="45720" rtlCol="0" anchor="ctr">
            <a:normAutofit/>
          </a:bodyPr>
          <a:lstStyle>
            <a:lvl1pPr marL="0" indent="0">
              <a:buNone/>
              <a:defRPr lang="en-US" b="1" cap="all" baseline="0" dirty="0"/>
            </a:lvl1pPr>
            <a:lvl2pPr marL="228600" indent="0">
              <a:buNone/>
              <a:defRPr lang="en-US" b="1" cap="all" baseline="0" dirty="0"/>
            </a:lvl2pPr>
            <a:lvl3pPr marL="457200" indent="0">
              <a:buNone/>
              <a:defRPr lang="en-US" b="1" cap="all" baseline="0" dirty="0"/>
            </a:lvl3pPr>
            <a:lvl4pPr marL="685800" indent="0">
              <a:buNone/>
              <a:defRPr lang="en-US" b="1" cap="all" baseline="0" dirty="0"/>
            </a:lvl4pPr>
            <a:lvl5pPr marL="914400" indent="0">
              <a:buNone/>
              <a:defRPr lang="en-US" b="1" cap="all" baseline="0" dirty="0"/>
            </a:lvl5pPr>
          </a:lstStyle>
          <a:p>
            <a:pPr lvl="0"/>
            <a:r>
              <a:rPr lang="en-US"/>
              <a:t>Quote Author</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0466918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clusio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429768"/>
            <a:ext cx="10890374" cy="1627632"/>
          </a:xfrm>
        </p:spPr>
        <p:txBody>
          <a:bodyPr anchor="t">
            <a:norm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29768" y="3264408"/>
            <a:ext cx="10890374" cy="28346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7C38B47-093E-417D-A1C3-81EEF797AC69}" type="datetime1">
              <a:rPr lang="en-US" smtClean="0"/>
              <a:t>9/17/2026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692609295"/>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clusion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1627318"/>
            <a:ext cx="8430768" cy="1842020"/>
          </a:xfrm>
        </p:spPr>
        <p:txBody>
          <a:bodyPr anchor="b">
            <a:normAutofit/>
          </a:bodyPr>
          <a:lstStyle>
            <a:lvl1pPr>
              <a:defRPr sz="6000"/>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29768" y="3622673"/>
            <a:ext cx="8430768" cy="182880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A250925D-4314-49E4-A383-289640FEB5E3}" type="datetime1">
              <a:rPr lang="en-US" smtClean="0"/>
              <a:t>9/17/2026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393871806"/>
      </p:ext>
    </p:extLst>
  </p:cSld>
  <p:clrMapOvr>
    <a:overrideClrMapping bg1="lt1" tx1="dk1" bg2="lt2" tx2="dk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7" y="294248"/>
            <a:ext cx="11164825" cy="958480"/>
          </a:xfrm>
        </p:spPr>
        <p:txBody>
          <a:bodyPr/>
          <a:lstStyle/>
          <a:p>
            <a:r>
              <a:rPr lang="en-US"/>
              <a:t>Click to edit Master title style</a:t>
            </a:r>
          </a:p>
        </p:txBody>
      </p:sp>
      <p:sp>
        <p:nvSpPr>
          <p:cNvPr id="9" name="Text Placeholder 8">
            <a:extLst>
              <a:ext uri="{FF2B5EF4-FFF2-40B4-BE49-F238E27FC236}">
                <a16:creationId xmlns:a16="http://schemas.microsoft.com/office/drawing/2014/main" id="{778C515B-8D5A-0268-9044-7B2013C87E02}"/>
              </a:ext>
            </a:extLst>
          </p:cNvPr>
          <p:cNvSpPr>
            <a:spLocks noGrp="1"/>
          </p:cNvSpPr>
          <p:nvPr>
            <p:ph type="body" sz="quarter" idx="13"/>
          </p:nvPr>
        </p:nvSpPr>
        <p:spPr>
          <a:xfrm>
            <a:off x="429767" y="2020825"/>
            <a:ext cx="5212208" cy="428472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13C7061A-8ED7-8B72-BD2B-2DF67F8C7A75}"/>
              </a:ext>
            </a:extLst>
          </p:cNvPr>
          <p:cNvSpPr>
            <a:spLocks noGrp="1"/>
          </p:cNvSpPr>
          <p:nvPr>
            <p:ph type="body" sz="quarter" idx="14"/>
          </p:nvPr>
        </p:nvSpPr>
        <p:spPr>
          <a:xfrm>
            <a:off x="6381622" y="2020822"/>
            <a:ext cx="5212208" cy="428472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E2C59E0-667A-459A-BBD1-70DA72C3C576}" type="datetime1">
              <a:rPr lang="en-US" smtClean="0"/>
              <a:t>9/17/2026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00664005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29768" y="276166"/>
            <a:ext cx="11164824" cy="976562"/>
          </a:xfrm>
        </p:spPr>
        <p:txBody>
          <a:body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29767" y="1380744"/>
            <a:ext cx="521208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A211279F-0D05-3637-19CD-29468F4DD2F3}"/>
              </a:ext>
            </a:extLst>
          </p:cNvPr>
          <p:cNvSpPr>
            <a:spLocks noGrp="1"/>
          </p:cNvSpPr>
          <p:nvPr>
            <p:ph type="body" sz="quarter" idx="13"/>
          </p:nvPr>
        </p:nvSpPr>
        <p:spPr>
          <a:xfrm>
            <a:off x="430213" y="2021134"/>
            <a:ext cx="5211762" cy="43431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82512" y="1380744"/>
            <a:ext cx="521208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Text Placeholder 12">
            <a:extLst>
              <a:ext uri="{FF2B5EF4-FFF2-40B4-BE49-F238E27FC236}">
                <a16:creationId xmlns:a16="http://schemas.microsoft.com/office/drawing/2014/main" id="{F1B170DE-636A-B1A9-2EAB-C426DBFB3E51}"/>
              </a:ext>
            </a:extLst>
          </p:cNvPr>
          <p:cNvSpPr>
            <a:spLocks noGrp="1"/>
          </p:cNvSpPr>
          <p:nvPr>
            <p:ph type="body" sz="quarter" idx="14"/>
          </p:nvPr>
        </p:nvSpPr>
        <p:spPr>
          <a:xfrm>
            <a:off x="6381750" y="2020888"/>
            <a:ext cx="521335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706CC00B-2F01-4379-B0FD-8DA094C16FA4}" type="datetime1">
              <a:rPr lang="en-US" smtClean="0"/>
              <a:t>9/17/2026</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dirty="0"/>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61834677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429768" y="557784"/>
            <a:ext cx="3713996" cy="2212313"/>
          </a:xfrm>
        </p:spPr>
        <p:txBody>
          <a:bodyPr anchor="t">
            <a:normAutofit/>
          </a:bodyPr>
          <a:lstStyle>
            <a:lvl1pPr>
              <a:defRPr sz="32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429767" y="2826137"/>
            <a:ext cx="3310128"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3" name="Picture Placeholder 8">
            <a:extLst>
              <a:ext uri="{FF2B5EF4-FFF2-40B4-BE49-F238E27FC236}">
                <a16:creationId xmlns:a16="http://schemas.microsoft.com/office/drawing/2014/main" id="{FA23F0E6-EDAF-3A7F-5EC8-F911E9AE48EF}"/>
              </a:ext>
            </a:extLst>
          </p:cNvPr>
          <p:cNvSpPr>
            <a:spLocks noGrp="1"/>
          </p:cNvSpPr>
          <p:nvPr>
            <p:ph type="pic" sz="quarter" idx="13"/>
          </p:nvPr>
        </p:nvSpPr>
        <p:spPr>
          <a:xfrm>
            <a:off x="4502843" y="0"/>
            <a:ext cx="7689157" cy="6399152"/>
          </a:xfrm>
          <a:custGeom>
            <a:avLst/>
            <a:gdLst>
              <a:gd name="connsiteX0" fmla="*/ 0 w 7689157"/>
              <a:gd name="connsiteY0" fmla="*/ 0 h 6399152"/>
              <a:gd name="connsiteX1" fmla="*/ 7689157 w 7689157"/>
              <a:gd name="connsiteY1" fmla="*/ 0 h 6399152"/>
              <a:gd name="connsiteX2" fmla="*/ 7689157 w 7689157"/>
              <a:gd name="connsiteY2" fmla="*/ 6399152 h 6399152"/>
              <a:gd name="connsiteX3" fmla="*/ 578440 w 7689157"/>
              <a:gd name="connsiteY3" fmla="*/ 6399152 h 6399152"/>
              <a:gd name="connsiteX4" fmla="*/ 0 w 7689157"/>
              <a:gd name="connsiteY4" fmla="*/ 582071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89157" h="6399152">
                <a:moveTo>
                  <a:pt x="0" y="0"/>
                </a:moveTo>
                <a:lnTo>
                  <a:pt x="7689157" y="0"/>
                </a:lnTo>
                <a:lnTo>
                  <a:pt x="7689157" y="6399152"/>
                </a:lnTo>
                <a:lnTo>
                  <a:pt x="578440" y="6399152"/>
                </a:lnTo>
                <a:cubicBezTo>
                  <a:pt x="258976" y="6399152"/>
                  <a:pt x="0" y="6140176"/>
                  <a:pt x="0" y="5820712"/>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5019F103-9E7C-4D5A-827C-0D2D66EE1CD2}" type="datetime1">
              <a:rPr lang="en-US" smtClean="0"/>
              <a:t>9/17/2026</a:t>
            </a:fld>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82146388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31173" y="285210"/>
            <a:ext cx="10653578" cy="965101"/>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31172" y="1384847"/>
            <a:ext cx="10653579" cy="49051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431172" y="6490524"/>
            <a:ext cx="2841959" cy="336141"/>
          </a:xfrm>
          <a:prstGeom prst="rect">
            <a:avLst/>
          </a:prstGeom>
        </p:spPr>
        <p:txBody>
          <a:bodyPr vert="horz" lIns="91440" tIns="45720" rIns="91440" bIns="45720" rtlCol="0" anchor="ctr"/>
          <a:lstStyle>
            <a:lvl1pPr algn="l">
              <a:defRPr sz="800">
                <a:solidFill>
                  <a:schemeClr val="tx1"/>
                </a:solidFill>
              </a:defRPr>
            </a:lvl1pPr>
          </a:lstStyle>
          <a:p>
            <a:fld id="{072E1B28-DB45-4001-B295-7D7933E04419}" type="datetime1">
              <a:rPr lang="en-US" smtClean="0"/>
              <a:t>9/17/2026</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93370" y="6490524"/>
            <a:ext cx="2662834" cy="336141"/>
          </a:xfrm>
          <a:prstGeom prst="rect">
            <a:avLst/>
          </a:prstGeom>
        </p:spPr>
        <p:txBody>
          <a:bodyPr vert="horz" lIns="91440" tIns="45720" rIns="91440" bIns="45720" rtlCol="0" anchor="ctr"/>
          <a:lstStyle>
            <a:lvl1pPr algn="r">
              <a:defRPr sz="800">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48431" y="6490524"/>
            <a:ext cx="457200" cy="336141"/>
          </a:xfrm>
          <a:prstGeom prst="rect">
            <a:avLst/>
          </a:prstGeom>
        </p:spPr>
        <p:txBody>
          <a:bodyPr vert="horz" lIns="91440" tIns="45720" rIns="91440" bIns="45720" rtlCol="0" anchor="ctr"/>
          <a:lstStyle>
            <a:lvl1pPr algn="r">
              <a:defRPr sz="800">
                <a:solidFill>
                  <a:schemeClr val="tx1"/>
                </a:solidFill>
              </a:defRPr>
            </a:lvl1pPr>
          </a:lstStyle>
          <a:p>
            <a:fld id="{84C450F2-3BB4-4AE4-8A35-A9D7AEA4C850}" type="slidenum">
              <a:rPr lang="en-US" smtClean="0"/>
              <a:pPr/>
              <a:t>‹#›</a:t>
            </a:fld>
            <a:endParaRPr lang="en-US" dirty="0"/>
          </a:p>
        </p:txBody>
      </p:sp>
    </p:spTree>
    <p:extLst>
      <p:ext uri="{BB962C8B-B14F-4D97-AF65-F5344CB8AC3E}">
        <p14:creationId xmlns:p14="http://schemas.microsoft.com/office/powerpoint/2010/main" val="1317099004"/>
      </p:ext>
    </p:extLst>
  </p:cSld>
  <p:clrMap bg1="lt1" tx1="dk1" bg2="lt2" tx2="dk2" accent1="accent1" accent2="accent2" accent3="accent3" accent4="accent4" accent5="accent5" accent6="accent6" hlink="hlink" folHlink="folHlink"/>
  <p:sldLayoutIdLst>
    <p:sldLayoutId id="2147483685" r:id="rId1"/>
    <p:sldLayoutId id="2147483687" r:id="rId2"/>
    <p:sldLayoutId id="2147483740" r:id="rId3"/>
    <p:sldLayoutId id="2147483686" r:id="rId4"/>
    <p:sldLayoutId id="2147483696" r:id="rId5"/>
    <p:sldLayoutId id="2147483697" r:id="rId6"/>
    <p:sldLayoutId id="2147483698" r:id="rId7"/>
    <p:sldLayoutId id="2147483699" r:id="rId8"/>
    <p:sldLayoutId id="2147483700" r:id="rId9"/>
    <p:sldLayoutId id="2147483701" r:id="rId10"/>
    <p:sldLayoutId id="2147483702" r:id="rId11"/>
    <p:sldLayoutId id="2147483703" r:id="rId12"/>
    <p:sldLayoutId id="2147483704" r:id="rId13"/>
    <p:sldLayoutId id="2147483705" r:id="rId14"/>
    <p:sldLayoutId id="2147483706" r:id="rId15"/>
    <p:sldLayoutId id="2147483707" r:id="rId16"/>
    <p:sldLayoutId id="2147483708" r:id="rId17"/>
    <p:sldLayoutId id="2147483709" r:id="rId18"/>
    <p:sldLayoutId id="2147483710" r:id="rId19"/>
    <p:sldLayoutId id="2147483711" r:id="rId20"/>
    <p:sldLayoutId id="2147483712" r:id="rId21"/>
    <p:sldLayoutId id="2147483713" r:id="rId22"/>
    <p:sldLayoutId id="2147483714" r:id="rId23"/>
    <p:sldLayoutId id="2147483715" r:id="rId24"/>
    <p:sldLayoutId id="2147483716" r:id="rId25"/>
    <p:sldLayoutId id="2147483717" r:id="rId26"/>
    <p:sldLayoutId id="2147483718" r:id="rId27"/>
    <p:sldLayoutId id="2147483719" r:id="rId28"/>
    <p:sldLayoutId id="2147483720" r:id="rId29"/>
    <p:sldLayoutId id="2147483721" r:id="rId30"/>
    <p:sldLayoutId id="2147483722" r:id="rId31"/>
    <p:sldLayoutId id="2147483723" r:id="rId32"/>
    <p:sldLayoutId id="2147483724" r:id="rId33"/>
    <p:sldLayoutId id="2147483725" r:id="rId34"/>
    <p:sldLayoutId id="2147483726" r:id="rId35"/>
    <p:sldLayoutId id="2147483727" r:id="rId36"/>
    <p:sldLayoutId id="2147483728" r:id="rId37"/>
    <p:sldLayoutId id="2147483729" r:id="rId38"/>
    <p:sldLayoutId id="2147483730" r:id="rId39"/>
    <p:sldLayoutId id="2147483731" r:id="rId40"/>
    <p:sldLayoutId id="2147483732" r:id="rId41"/>
    <p:sldLayoutId id="2147483733" r:id="rId42"/>
    <p:sldLayoutId id="2147483734" r:id="rId43"/>
    <p:sldLayoutId id="2147483735" r:id="rId44"/>
    <p:sldLayoutId id="2147483736" r:id="rId45"/>
    <p:sldLayoutId id="2147483737" r:id="rId46"/>
  </p:sldLayoutIdLst>
  <p:hf hdr="0"/>
  <p:txStyles>
    <p:titleStyle>
      <a:lvl1pPr algn="l" defTabSz="914400" rtl="0" eaLnBrk="1" latinLnBrk="0" hangingPunct="1">
        <a:lnSpc>
          <a:spcPct val="90000"/>
        </a:lnSpc>
        <a:spcBef>
          <a:spcPct val="0"/>
        </a:spcBef>
        <a:buNone/>
        <a:defRPr sz="3200" b="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160">
          <p15:clr>
            <a:srgbClr val="F26B43"/>
          </p15:clr>
        </p15:guide>
        <p15:guide id="4"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7604D864-A6BD-C75F-9B88-BAB58775ABDD}"/>
              </a:ext>
            </a:extLst>
          </p:cNvPr>
          <p:cNvSpPr>
            <a:spLocks noGrp="1"/>
          </p:cNvSpPr>
          <p:nvPr>
            <p:ph type="subTitle" idx="1"/>
          </p:nvPr>
        </p:nvSpPr>
        <p:spPr>
          <a:xfrm>
            <a:off x="955482" y="1025718"/>
            <a:ext cx="10742212" cy="2695493"/>
          </a:xfrm>
        </p:spPr>
        <p:txBody>
          <a:bodyPr anchor="t">
            <a:noAutofit/>
          </a:bodyPr>
          <a:lstStyle/>
          <a:p>
            <a:r>
              <a:rPr lang="en-IN" sz="6000" dirty="0"/>
              <a:t>Retrieval-Augmented Generation, Vector Stores &amp; Knowledge Bases</a:t>
            </a:r>
            <a:endParaRPr lang="en-US" sz="6000" dirty="0"/>
          </a:p>
        </p:txBody>
      </p:sp>
      <p:sp>
        <p:nvSpPr>
          <p:cNvPr id="7" name="TextBox 6">
            <a:extLst>
              <a:ext uri="{FF2B5EF4-FFF2-40B4-BE49-F238E27FC236}">
                <a16:creationId xmlns:a16="http://schemas.microsoft.com/office/drawing/2014/main" id="{396580F1-5F2C-1782-40E0-83E80CDC0535}"/>
              </a:ext>
            </a:extLst>
          </p:cNvPr>
          <p:cNvSpPr txBox="1"/>
          <p:nvPr/>
        </p:nvSpPr>
        <p:spPr>
          <a:xfrm>
            <a:off x="3660080" y="4532262"/>
            <a:ext cx="7217304" cy="830997"/>
          </a:xfrm>
          <a:prstGeom prst="rect">
            <a:avLst/>
          </a:prstGeom>
          <a:noFill/>
        </p:spPr>
        <p:txBody>
          <a:bodyPr wrap="square" rtlCol="0">
            <a:spAutoFit/>
          </a:bodyPr>
          <a:lstStyle/>
          <a:p>
            <a:pPr marL="285750" indent="-285750">
              <a:buFont typeface="Arial" panose="020B0604020202020204" pitchFamily="34" charset="0"/>
              <a:buChar char="•"/>
            </a:pPr>
            <a:r>
              <a:rPr lang="en-IN" sz="2400" dirty="0">
                <a:solidFill>
                  <a:schemeClr val="bg2"/>
                </a:solidFill>
              </a:rPr>
              <a:t>Presented by : NagaJayaMadhuPraveen</a:t>
            </a:r>
          </a:p>
          <a:p>
            <a:pPr marL="285750" indent="-285750">
              <a:buFont typeface="Arial" panose="020B0604020202020204" pitchFamily="34" charset="0"/>
              <a:buChar char="•"/>
            </a:pPr>
            <a:r>
              <a:rPr lang="en-IN" sz="2400" dirty="0">
                <a:solidFill>
                  <a:schemeClr val="bg2"/>
                </a:solidFill>
              </a:rPr>
              <a:t>Faculty Advisor : Dr. Victor </a:t>
            </a:r>
            <a:r>
              <a:rPr lang="en-IN" sz="2400" dirty="0" err="1">
                <a:solidFill>
                  <a:schemeClr val="bg2"/>
                </a:solidFill>
              </a:rPr>
              <a:t>Govindaswamy</a:t>
            </a:r>
            <a:endParaRPr lang="en-IN" sz="2400" dirty="0">
              <a:solidFill>
                <a:schemeClr val="bg2"/>
              </a:solidFill>
            </a:endParaRPr>
          </a:p>
        </p:txBody>
      </p:sp>
    </p:spTree>
    <p:extLst>
      <p:ext uri="{BB962C8B-B14F-4D97-AF65-F5344CB8AC3E}">
        <p14:creationId xmlns:p14="http://schemas.microsoft.com/office/powerpoint/2010/main" val="41826145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28F859CA-7C72-396B-A011-01E1A52FC6AE}"/>
              </a:ext>
            </a:extLst>
          </p:cNvPr>
          <p:cNvSpPr>
            <a:spLocks noGrp="1"/>
          </p:cNvSpPr>
          <p:nvPr>
            <p:ph type="title"/>
          </p:nvPr>
        </p:nvSpPr>
        <p:spPr>
          <a:xfrm>
            <a:off x="0" y="237387"/>
            <a:ext cx="12192000" cy="1026869"/>
          </a:xfrm>
          <a:solidFill>
            <a:srgbClr val="92D050"/>
          </a:solidFill>
          <a:ln/>
        </p:spPr>
        <p:style>
          <a:lnRef idx="1">
            <a:schemeClr val="accent2"/>
          </a:lnRef>
          <a:fillRef idx="2">
            <a:schemeClr val="accent2"/>
          </a:fillRef>
          <a:effectRef idx="1">
            <a:schemeClr val="accent2"/>
          </a:effectRef>
          <a:fontRef idx="minor">
            <a:schemeClr val="dk1"/>
          </a:fontRef>
        </p:style>
        <p:txBody>
          <a:bodyPr>
            <a:normAutofit fontScale="90000"/>
          </a:bodyPr>
          <a:lstStyle/>
          <a:p>
            <a:pPr algn="ctr"/>
            <a:r>
              <a:rPr lang="en-IN" sz="4000" dirty="0"/>
              <a:t>Retrieval-Augmented Generation, Vector Stores &amp; Knowledge Bases</a:t>
            </a:r>
          </a:p>
        </p:txBody>
      </p:sp>
      <p:sp>
        <p:nvSpPr>
          <p:cNvPr id="9" name="TextBox 8">
            <a:extLst>
              <a:ext uri="{FF2B5EF4-FFF2-40B4-BE49-F238E27FC236}">
                <a16:creationId xmlns:a16="http://schemas.microsoft.com/office/drawing/2014/main" id="{40ADE7B3-947E-7624-EAA2-7BD216246076}"/>
              </a:ext>
            </a:extLst>
          </p:cNvPr>
          <p:cNvSpPr txBox="1"/>
          <p:nvPr/>
        </p:nvSpPr>
        <p:spPr>
          <a:xfrm>
            <a:off x="1103864" y="1530048"/>
            <a:ext cx="8119649" cy="4524315"/>
          </a:xfrm>
          <a:prstGeom prst="rect">
            <a:avLst/>
          </a:prstGeom>
          <a:noFill/>
        </p:spPr>
        <p:txBody>
          <a:bodyPr wrap="square" rtlCol="0">
            <a:spAutoFit/>
          </a:bodyPr>
          <a:lstStyle/>
          <a:p>
            <a:r>
              <a:rPr lang="en-US" b="1" dirty="0"/>
              <a:t>Key Functions</a:t>
            </a:r>
          </a:p>
          <a:p>
            <a:endParaRPr lang="en-US" b="1" dirty="0"/>
          </a:p>
          <a:p>
            <a:pPr marL="285750" lvl="0" indent="-285750">
              <a:buFont typeface="Wingdings" panose="05000000000000000000" pitchFamily="2" charset="2"/>
              <a:buChar char="Ø"/>
            </a:pPr>
            <a:r>
              <a:rPr lang="en-IN" dirty="0"/>
              <a:t>Retrieval-Augmented Generation </a:t>
            </a:r>
          </a:p>
          <a:p>
            <a:pPr marL="285750" lvl="0" indent="-285750">
              <a:buFont typeface="Wingdings" panose="05000000000000000000" pitchFamily="2" charset="2"/>
              <a:buChar char="Ø"/>
            </a:pPr>
            <a:r>
              <a:rPr lang="en-IN" dirty="0"/>
              <a:t>Vector Stores </a:t>
            </a:r>
          </a:p>
          <a:p>
            <a:pPr marL="285750" lvl="0" indent="-285750">
              <a:buFont typeface="Wingdings" panose="05000000000000000000" pitchFamily="2" charset="2"/>
              <a:buChar char="Ø"/>
            </a:pPr>
            <a:r>
              <a:rPr lang="en-IN" dirty="0"/>
              <a:t>Semantic Search </a:t>
            </a:r>
          </a:p>
          <a:p>
            <a:pPr marL="285750" lvl="0" indent="-285750">
              <a:buFont typeface="Wingdings" panose="05000000000000000000" pitchFamily="2" charset="2"/>
              <a:buChar char="Ø"/>
            </a:pPr>
            <a:r>
              <a:rPr lang="en-IN" dirty="0"/>
              <a:t>Amazon Bedrock Knowledge Bases </a:t>
            </a:r>
          </a:p>
          <a:p>
            <a:pPr marL="285750" lvl="0" indent="-285750">
              <a:buFont typeface="Wingdings" panose="05000000000000000000" pitchFamily="2" charset="2"/>
              <a:buChar char="Ø"/>
            </a:pPr>
            <a:r>
              <a:rPr lang="en-IN" dirty="0"/>
              <a:t>Generative AI</a:t>
            </a:r>
          </a:p>
          <a:p>
            <a:endParaRPr lang="en-US" dirty="0"/>
          </a:p>
          <a:p>
            <a:r>
              <a:rPr lang="en-IN" b="1" dirty="0"/>
              <a:t>Description</a:t>
            </a:r>
          </a:p>
          <a:p>
            <a:endParaRPr lang="en-IN" b="1" dirty="0"/>
          </a:p>
          <a:p>
            <a:r>
              <a:rPr lang="en-IN" dirty="0"/>
              <a:t>This presentation explores Retrieval-Augmented Generation (RAG), vector stores, semantic search, and Amazon Bedrock Knowledge Bases. These technologies help Generative AI applications retrieve relevant information and generate responses based on external knowledge.</a:t>
            </a:r>
          </a:p>
          <a:p>
            <a:endParaRPr lang="en-IN" dirty="0"/>
          </a:p>
          <a:p>
            <a:pPr>
              <a:buFont typeface="Wingdings" panose="05000000000000000000" pitchFamily="2" charset="2"/>
              <a:buChar char="Ø"/>
            </a:pPr>
            <a:endParaRPr lang="en-IN" dirty="0"/>
          </a:p>
        </p:txBody>
      </p:sp>
      <p:pic>
        <p:nvPicPr>
          <p:cNvPr id="4" name="Picture 3" descr="The image illustrates a flowchart depicting the integration of Amazon Bedrock with a knowledge base, embedding model, and data storage, highlighting the process from question generation to data retrieval.&#10;&#10;AI-generated content may be incorrect.">
            <a:extLst>
              <a:ext uri="{FF2B5EF4-FFF2-40B4-BE49-F238E27FC236}">
                <a16:creationId xmlns:a16="http://schemas.microsoft.com/office/drawing/2014/main" id="{F5591E7A-7E91-0ECE-DCCC-7FD6FC6428EE}"/>
              </a:ext>
            </a:extLst>
          </p:cNvPr>
          <p:cNvPicPr>
            <a:picLocks noChangeAspect="1"/>
          </p:cNvPicPr>
          <p:nvPr/>
        </p:nvPicPr>
        <p:blipFill>
          <a:blip r:embed="rId2"/>
          <a:stretch>
            <a:fillRect/>
          </a:stretch>
        </p:blipFill>
        <p:spPr>
          <a:xfrm>
            <a:off x="5483001" y="1343770"/>
            <a:ext cx="6308784" cy="2751152"/>
          </a:xfrm>
          <a:prstGeom prst="rect">
            <a:avLst/>
          </a:prstGeom>
        </p:spPr>
      </p:pic>
    </p:spTree>
    <p:extLst>
      <p:ext uri="{BB962C8B-B14F-4D97-AF65-F5344CB8AC3E}">
        <p14:creationId xmlns:p14="http://schemas.microsoft.com/office/powerpoint/2010/main" val="25236741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78C6B7F-085C-9294-EFAC-03451D3A03E5}"/>
              </a:ext>
            </a:extLst>
          </p:cNvPr>
          <p:cNvSpPr txBox="1"/>
          <p:nvPr/>
        </p:nvSpPr>
        <p:spPr>
          <a:xfrm>
            <a:off x="1103864" y="1530048"/>
            <a:ext cx="8119649" cy="3416320"/>
          </a:xfrm>
          <a:prstGeom prst="rect">
            <a:avLst/>
          </a:prstGeom>
          <a:noFill/>
        </p:spPr>
        <p:txBody>
          <a:bodyPr wrap="square" rtlCol="0">
            <a:spAutoFit/>
          </a:bodyPr>
          <a:lstStyle/>
          <a:p>
            <a:r>
              <a:rPr lang="en-US" b="1" dirty="0"/>
              <a:t>Main Features</a:t>
            </a:r>
          </a:p>
          <a:p>
            <a:pPr marL="285750" indent="-285750">
              <a:buFont typeface="Wingdings" panose="05000000000000000000" pitchFamily="2" charset="2"/>
              <a:buChar char="Ø"/>
            </a:pPr>
            <a:endParaRPr lang="en-US" b="1" dirty="0"/>
          </a:p>
          <a:p>
            <a:pPr marL="285750" lvl="0" indent="-285750">
              <a:buFont typeface="Wingdings" panose="05000000000000000000" pitchFamily="2" charset="2"/>
              <a:buChar char="Ø"/>
            </a:pPr>
            <a:r>
              <a:rPr lang="en-IN" dirty="0"/>
              <a:t>RAG </a:t>
            </a:r>
          </a:p>
          <a:p>
            <a:pPr marL="285750" lvl="0" indent="-285750">
              <a:buFont typeface="Wingdings" panose="05000000000000000000" pitchFamily="2" charset="2"/>
              <a:buChar char="Ø"/>
            </a:pPr>
            <a:r>
              <a:rPr lang="en-IN" dirty="0"/>
              <a:t>Knowledge Retrieval </a:t>
            </a:r>
          </a:p>
          <a:p>
            <a:pPr marL="285750" lvl="0" indent="-285750">
              <a:buFont typeface="Wingdings" panose="05000000000000000000" pitchFamily="2" charset="2"/>
              <a:buChar char="Ø"/>
            </a:pPr>
            <a:r>
              <a:rPr lang="en-IN" dirty="0"/>
              <a:t>Foundation Models </a:t>
            </a:r>
          </a:p>
          <a:p>
            <a:pPr marL="285750" lvl="0" indent="-285750">
              <a:buFont typeface="Wingdings" panose="05000000000000000000" pitchFamily="2" charset="2"/>
              <a:buChar char="Ø"/>
            </a:pPr>
            <a:r>
              <a:rPr lang="en-IN" dirty="0"/>
              <a:t>Contextual Responses</a:t>
            </a:r>
          </a:p>
          <a:p>
            <a:pPr marL="285750" indent="-285750">
              <a:buFont typeface="Wingdings" panose="05000000000000000000" pitchFamily="2" charset="2"/>
              <a:buChar char="Ø"/>
            </a:pPr>
            <a:endParaRPr lang="en-US" dirty="0"/>
          </a:p>
          <a:p>
            <a:r>
              <a:rPr lang="en-US" b="1" dirty="0"/>
              <a:t>Description</a:t>
            </a:r>
          </a:p>
          <a:p>
            <a:r>
              <a:rPr lang="en-IN" dirty="0"/>
              <a:t>Retrieval-Augmented Generation combines information retrieval with Generative AI. Relevant information is retrieved from a knowledge source and provided to the model as context for generating responses.</a:t>
            </a:r>
          </a:p>
          <a:p>
            <a:pPr>
              <a:buFont typeface="Wingdings" panose="05000000000000000000" pitchFamily="2" charset="2"/>
              <a:buChar char="Ø"/>
            </a:pPr>
            <a:endParaRPr lang="en-IN" dirty="0"/>
          </a:p>
        </p:txBody>
      </p:sp>
      <p:sp>
        <p:nvSpPr>
          <p:cNvPr id="9" name="Title 1">
            <a:extLst>
              <a:ext uri="{FF2B5EF4-FFF2-40B4-BE49-F238E27FC236}">
                <a16:creationId xmlns:a16="http://schemas.microsoft.com/office/drawing/2014/main" id="{D9CB54BA-DE5C-EB6E-FBFE-20BF50F8B8CA}"/>
              </a:ext>
            </a:extLst>
          </p:cNvPr>
          <p:cNvSpPr>
            <a:spLocks noGrp="1"/>
          </p:cNvSpPr>
          <p:nvPr>
            <p:ph type="title"/>
          </p:nvPr>
        </p:nvSpPr>
        <p:spPr>
          <a:xfrm>
            <a:off x="0" y="237388"/>
            <a:ext cx="12192000" cy="573646"/>
          </a:xfrm>
          <a:solidFill>
            <a:srgbClr val="92D050"/>
          </a:solidFill>
          <a:ln/>
        </p:spPr>
        <p:style>
          <a:lnRef idx="1">
            <a:schemeClr val="accent2"/>
          </a:lnRef>
          <a:fillRef idx="2">
            <a:schemeClr val="accent2"/>
          </a:fillRef>
          <a:effectRef idx="1">
            <a:schemeClr val="accent2"/>
          </a:effectRef>
          <a:fontRef idx="minor">
            <a:schemeClr val="dk1"/>
          </a:fontRef>
        </p:style>
        <p:txBody>
          <a:bodyPr>
            <a:normAutofit/>
          </a:bodyPr>
          <a:lstStyle/>
          <a:p>
            <a:pPr algn="ctr"/>
            <a:r>
              <a:rPr lang="en-IN" sz="3200" dirty="0"/>
              <a:t>Introduction to Retrieval-Augmented Generation</a:t>
            </a:r>
          </a:p>
        </p:txBody>
      </p:sp>
      <p:pic>
        <p:nvPicPr>
          <p:cNvPr id="4" name="Picture 3" descr="The image illustrates a data ingestion and query workflow using AWS services, including DocumentDB, Secrets Manager, Bedrock, and Llamalndex.&#10;&#10;AI-generated content may be incorrect.">
            <a:extLst>
              <a:ext uri="{FF2B5EF4-FFF2-40B4-BE49-F238E27FC236}">
                <a16:creationId xmlns:a16="http://schemas.microsoft.com/office/drawing/2014/main" id="{A27EC4BC-D746-441A-C494-C6D5C73D4ED1}"/>
              </a:ext>
            </a:extLst>
          </p:cNvPr>
          <p:cNvPicPr>
            <a:picLocks noChangeAspect="1"/>
          </p:cNvPicPr>
          <p:nvPr/>
        </p:nvPicPr>
        <p:blipFill>
          <a:blip r:embed="rId2"/>
          <a:stretch>
            <a:fillRect/>
          </a:stretch>
        </p:blipFill>
        <p:spPr>
          <a:xfrm>
            <a:off x="4742516" y="1114677"/>
            <a:ext cx="6481137" cy="2314323"/>
          </a:xfrm>
          <a:prstGeom prst="rect">
            <a:avLst/>
          </a:prstGeom>
        </p:spPr>
      </p:pic>
    </p:spTree>
    <p:extLst>
      <p:ext uri="{BB962C8B-B14F-4D97-AF65-F5344CB8AC3E}">
        <p14:creationId xmlns:p14="http://schemas.microsoft.com/office/powerpoint/2010/main" val="5010668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AB72A493-14A7-8A96-4441-F4832FBFAAE1}"/>
              </a:ext>
            </a:extLst>
          </p:cNvPr>
          <p:cNvSpPr txBox="1"/>
          <p:nvPr/>
        </p:nvSpPr>
        <p:spPr>
          <a:xfrm>
            <a:off x="1103864" y="1530048"/>
            <a:ext cx="8119649" cy="3139321"/>
          </a:xfrm>
          <a:prstGeom prst="rect">
            <a:avLst/>
          </a:prstGeom>
          <a:noFill/>
        </p:spPr>
        <p:txBody>
          <a:bodyPr wrap="square" rtlCol="0">
            <a:spAutoFit/>
          </a:bodyPr>
          <a:lstStyle/>
          <a:p>
            <a:r>
              <a:rPr lang="en-US" b="1" dirty="0"/>
              <a:t>Main Features</a:t>
            </a:r>
          </a:p>
          <a:p>
            <a:endParaRPr lang="en-IN" b="1" dirty="0"/>
          </a:p>
          <a:p>
            <a:pPr marL="285750" lvl="0" indent="-285750">
              <a:buFont typeface="Wingdings" panose="05000000000000000000" pitchFamily="2" charset="2"/>
              <a:buChar char="Ø"/>
            </a:pPr>
            <a:r>
              <a:rPr lang="en-IN" dirty="0"/>
              <a:t>User Query </a:t>
            </a:r>
          </a:p>
          <a:p>
            <a:pPr marL="285750" lvl="0" indent="-285750">
              <a:buFont typeface="Wingdings" panose="05000000000000000000" pitchFamily="2" charset="2"/>
              <a:buChar char="Ø"/>
            </a:pPr>
            <a:r>
              <a:rPr lang="en-IN" dirty="0"/>
              <a:t>Information Retrieval </a:t>
            </a:r>
          </a:p>
          <a:p>
            <a:pPr marL="285750" lvl="0" indent="-285750">
              <a:buFont typeface="Wingdings" panose="05000000000000000000" pitchFamily="2" charset="2"/>
              <a:buChar char="Ø"/>
            </a:pPr>
            <a:r>
              <a:rPr lang="en-IN" dirty="0"/>
              <a:t>Context </a:t>
            </a:r>
          </a:p>
          <a:p>
            <a:pPr marL="285750" lvl="0" indent="-285750">
              <a:buFont typeface="Wingdings" panose="05000000000000000000" pitchFamily="2" charset="2"/>
              <a:buChar char="Ø"/>
            </a:pPr>
            <a:r>
              <a:rPr lang="en-IN" dirty="0"/>
              <a:t>AI Response</a:t>
            </a:r>
          </a:p>
          <a:p>
            <a:pPr marL="285750" indent="-285750">
              <a:buFont typeface="Wingdings" panose="05000000000000000000" pitchFamily="2" charset="2"/>
              <a:buChar char="Ø"/>
            </a:pPr>
            <a:endParaRPr lang="en-IN" dirty="0"/>
          </a:p>
          <a:p>
            <a:r>
              <a:rPr lang="en-IN" b="1" dirty="0"/>
              <a:t>Description</a:t>
            </a:r>
          </a:p>
          <a:p>
            <a:r>
              <a:rPr lang="en-IN" dirty="0"/>
              <a:t>A RAG system receives a user query, searches a connected knowledge source for relevant information, provides the retrieved content to the foundation model, and generates a response using that context.</a:t>
            </a:r>
          </a:p>
        </p:txBody>
      </p:sp>
      <p:sp>
        <p:nvSpPr>
          <p:cNvPr id="9" name="Title 1">
            <a:extLst>
              <a:ext uri="{FF2B5EF4-FFF2-40B4-BE49-F238E27FC236}">
                <a16:creationId xmlns:a16="http://schemas.microsoft.com/office/drawing/2014/main" id="{75925430-0878-B328-D60C-3C46E3A35A8E}"/>
              </a:ext>
            </a:extLst>
          </p:cNvPr>
          <p:cNvSpPr>
            <a:spLocks noGrp="1"/>
          </p:cNvSpPr>
          <p:nvPr>
            <p:ph type="title"/>
          </p:nvPr>
        </p:nvSpPr>
        <p:spPr>
          <a:xfrm>
            <a:off x="0" y="237388"/>
            <a:ext cx="12192000" cy="701288"/>
          </a:xfrm>
          <a:solidFill>
            <a:srgbClr val="92D050"/>
          </a:solidFill>
          <a:ln/>
        </p:spPr>
        <p:style>
          <a:lnRef idx="1">
            <a:schemeClr val="accent2"/>
          </a:lnRef>
          <a:fillRef idx="2">
            <a:schemeClr val="accent2"/>
          </a:fillRef>
          <a:effectRef idx="1">
            <a:schemeClr val="accent2"/>
          </a:effectRef>
          <a:fontRef idx="minor">
            <a:schemeClr val="dk1"/>
          </a:fontRef>
        </p:style>
        <p:txBody>
          <a:bodyPr>
            <a:normAutofit/>
          </a:bodyPr>
          <a:lstStyle/>
          <a:p>
            <a:pPr algn="ctr"/>
            <a:r>
              <a:rPr lang="en-IN" sz="4000" dirty="0"/>
              <a:t>How RAG Works</a:t>
            </a:r>
          </a:p>
        </p:txBody>
      </p:sp>
      <p:pic>
        <p:nvPicPr>
          <p:cNvPr id="3" name="Picture 2" descr="The diagram illustrates a flowchart for an AI-powered customer service system that retrieves information, processes queries, and generates responses using Amazon Bedrock, knowledge sources, and a foundation model.&#10;&#10;AI-generated content may be incorrect.">
            <a:extLst>
              <a:ext uri="{FF2B5EF4-FFF2-40B4-BE49-F238E27FC236}">
                <a16:creationId xmlns:a16="http://schemas.microsoft.com/office/drawing/2014/main" id="{08B25B00-3621-6D63-E7C8-FCB802F368C2}"/>
              </a:ext>
            </a:extLst>
          </p:cNvPr>
          <p:cNvPicPr>
            <a:picLocks noChangeAspect="1"/>
          </p:cNvPicPr>
          <p:nvPr/>
        </p:nvPicPr>
        <p:blipFill>
          <a:blip r:embed="rId2"/>
          <a:stretch>
            <a:fillRect/>
          </a:stretch>
        </p:blipFill>
        <p:spPr>
          <a:xfrm>
            <a:off x="4088525" y="1011504"/>
            <a:ext cx="7952424" cy="2767477"/>
          </a:xfrm>
          <a:prstGeom prst="rect">
            <a:avLst/>
          </a:prstGeom>
        </p:spPr>
      </p:pic>
    </p:spTree>
    <p:extLst>
      <p:ext uri="{BB962C8B-B14F-4D97-AF65-F5344CB8AC3E}">
        <p14:creationId xmlns:p14="http://schemas.microsoft.com/office/powerpoint/2010/main" val="19922675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F5A900BB-2082-BDB1-9B47-92E75EC284B1}"/>
              </a:ext>
            </a:extLst>
          </p:cNvPr>
          <p:cNvSpPr>
            <a:spLocks noGrp="1"/>
          </p:cNvSpPr>
          <p:nvPr>
            <p:ph type="title"/>
          </p:nvPr>
        </p:nvSpPr>
        <p:spPr>
          <a:xfrm>
            <a:off x="0" y="237388"/>
            <a:ext cx="12192000" cy="573646"/>
          </a:xfrm>
          <a:solidFill>
            <a:srgbClr val="92D050"/>
          </a:solidFill>
          <a:ln/>
        </p:spPr>
        <p:style>
          <a:lnRef idx="1">
            <a:schemeClr val="accent2"/>
          </a:lnRef>
          <a:fillRef idx="2">
            <a:schemeClr val="accent2"/>
          </a:fillRef>
          <a:effectRef idx="1">
            <a:schemeClr val="accent2"/>
          </a:effectRef>
          <a:fontRef idx="minor">
            <a:schemeClr val="dk1"/>
          </a:fontRef>
        </p:style>
        <p:txBody>
          <a:bodyPr>
            <a:normAutofit fontScale="90000"/>
          </a:bodyPr>
          <a:lstStyle/>
          <a:p>
            <a:pPr algn="ctr"/>
            <a:r>
              <a:rPr lang="en-IN" sz="4000" dirty="0"/>
              <a:t>Benefits of RAG</a:t>
            </a:r>
          </a:p>
        </p:txBody>
      </p:sp>
      <p:sp>
        <p:nvSpPr>
          <p:cNvPr id="8" name="TextBox 7">
            <a:extLst>
              <a:ext uri="{FF2B5EF4-FFF2-40B4-BE49-F238E27FC236}">
                <a16:creationId xmlns:a16="http://schemas.microsoft.com/office/drawing/2014/main" id="{58190787-969A-0913-6F9F-5B1310FC9333}"/>
              </a:ext>
            </a:extLst>
          </p:cNvPr>
          <p:cNvSpPr txBox="1"/>
          <p:nvPr/>
        </p:nvSpPr>
        <p:spPr>
          <a:xfrm>
            <a:off x="1103864" y="1530048"/>
            <a:ext cx="8119649" cy="3139321"/>
          </a:xfrm>
          <a:prstGeom prst="rect">
            <a:avLst/>
          </a:prstGeom>
          <a:noFill/>
        </p:spPr>
        <p:txBody>
          <a:bodyPr wrap="square" rtlCol="0">
            <a:spAutoFit/>
          </a:bodyPr>
          <a:lstStyle/>
          <a:p>
            <a:r>
              <a:rPr lang="en-US" b="1" dirty="0"/>
              <a:t>Main Features</a:t>
            </a:r>
          </a:p>
          <a:p>
            <a:endParaRPr lang="en-IN" b="1" dirty="0"/>
          </a:p>
          <a:p>
            <a:pPr marL="285750" lvl="0" indent="-285750">
              <a:buFont typeface="Wingdings" panose="05000000000000000000" pitchFamily="2" charset="2"/>
              <a:buChar char="Ø"/>
            </a:pPr>
            <a:r>
              <a:rPr lang="en-IN" dirty="0"/>
              <a:t>External Knowledge </a:t>
            </a:r>
          </a:p>
          <a:p>
            <a:pPr marL="285750" lvl="0" indent="-285750">
              <a:buFont typeface="Wingdings" panose="05000000000000000000" pitchFamily="2" charset="2"/>
              <a:buChar char="Ø"/>
            </a:pPr>
            <a:r>
              <a:rPr lang="en-IN" dirty="0"/>
              <a:t>Relevant Responses </a:t>
            </a:r>
          </a:p>
          <a:p>
            <a:pPr marL="285750" lvl="0" indent="-285750">
              <a:buFont typeface="Wingdings" panose="05000000000000000000" pitchFamily="2" charset="2"/>
              <a:buChar char="Ø"/>
            </a:pPr>
            <a:r>
              <a:rPr lang="en-IN" dirty="0"/>
              <a:t>Updated Information </a:t>
            </a:r>
          </a:p>
          <a:p>
            <a:pPr marL="285750" lvl="0" indent="-285750">
              <a:buFont typeface="Wingdings" panose="05000000000000000000" pitchFamily="2" charset="2"/>
              <a:buChar char="Ø"/>
            </a:pPr>
            <a:r>
              <a:rPr lang="en-IN" dirty="0"/>
              <a:t>Reduced Hallucination Risk</a:t>
            </a:r>
          </a:p>
          <a:p>
            <a:pPr marL="285750" indent="-285750">
              <a:buFont typeface="Wingdings" panose="05000000000000000000" pitchFamily="2" charset="2"/>
              <a:buChar char="Ø"/>
            </a:pPr>
            <a:endParaRPr lang="en-IN" dirty="0"/>
          </a:p>
          <a:p>
            <a:r>
              <a:rPr lang="en-IN" b="1" dirty="0"/>
              <a:t>Description</a:t>
            </a:r>
          </a:p>
          <a:p>
            <a:r>
              <a:rPr lang="en-IN" dirty="0"/>
              <a:t>RAG allows applications to use information stored outside the foundation model. Retrieving relevant context can help applications provide responses that are grounded in the available knowledge source.</a:t>
            </a:r>
          </a:p>
        </p:txBody>
      </p:sp>
      <p:pic>
        <p:nvPicPr>
          <p:cNvPr id="4" name="Picture 3">
            <a:extLst>
              <a:ext uri="{FF2B5EF4-FFF2-40B4-BE49-F238E27FC236}">
                <a16:creationId xmlns:a16="http://schemas.microsoft.com/office/drawing/2014/main" id="{876BD22D-19B3-1FB0-1A71-686ED4890412}"/>
              </a:ext>
            </a:extLst>
          </p:cNvPr>
          <p:cNvPicPr>
            <a:picLocks noChangeAspect="1"/>
          </p:cNvPicPr>
          <p:nvPr/>
        </p:nvPicPr>
        <p:blipFill>
          <a:blip r:embed="rId2"/>
          <a:stretch>
            <a:fillRect/>
          </a:stretch>
        </p:blipFill>
        <p:spPr>
          <a:xfrm>
            <a:off x="4218648" y="1096626"/>
            <a:ext cx="4212714" cy="1776505"/>
          </a:xfrm>
          <a:prstGeom prst="rect">
            <a:avLst/>
          </a:prstGeom>
        </p:spPr>
      </p:pic>
    </p:spTree>
    <p:extLst>
      <p:ext uri="{BB962C8B-B14F-4D97-AF65-F5344CB8AC3E}">
        <p14:creationId xmlns:p14="http://schemas.microsoft.com/office/powerpoint/2010/main" val="42904956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A729299-2ACE-58EE-C6A2-9612CF07C785}"/>
              </a:ext>
            </a:extLst>
          </p:cNvPr>
          <p:cNvSpPr>
            <a:spLocks noGrp="1"/>
          </p:cNvSpPr>
          <p:nvPr>
            <p:ph type="title"/>
          </p:nvPr>
        </p:nvSpPr>
        <p:spPr>
          <a:xfrm>
            <a:off x="0" y="237388"/>
            <a:ext cx="12192000" cy="573646"/>
          </a:xfrm>
          <a:solidFill>
            <a:srgbClr val="92D050"/>
          </a:solidFill>
          <a:ln/>
        </p:spPr>
        <p:style>
          <a:lnRef idx="1">
            <a:schemeClr val="accent2"/>
          </a:lnRef>
          <a:fillRef idx="2">
            <a:schemeClr val="accent2"/>
          </a:fillRef>
          <a:effectRef idx="1">
            <a:schemeClr val="accent2"/>
          </a:effectRef>
          <a:fontRef idx="minor">
            <a:schemeClr val="dk1"/>
          </a:fontRef>
        </p:style>
        <p:txBody>
          <a:bodyPr>
            <a:normAutofit fontScale="90000"/>
          </a:bodyPr>
          <a:lstStyle/>
          <a:p>
            <a:pPr algn="ctr"/>
            <a:r>
              <a:rPr lang="en-IN" sz="4000" dirty="0"/>
              <a:t>Vector Stores</a:t>
            </a:r>
          </a:p>
        </p:txBody>
      </p:sp>
      <p:sp>
        <p:nvSpPr>
          <p:cNvPr id="8" name="TextBox 7">
            <a:extLst>
              <a:ext uri="{FF2B5EF4-FFF2-40B4-BE49-F238E27FC236}">
                <a16:creationId xmlns:a16="http://schemas.microsoft.com/office/drawing/2014/main" id="{C7513FB3-E6AA-239A-7A9B-384CC113B573}"/>
              </a:ext>
            </a:extLst>
          </p:cNvPr>
          <p:cNvSpPr txBox="1"/>
          <p:nvPr/>
        </p:nvSpPr>
        <p:spPr>
          <a:xfrm>
            <a:off x="1103864" y="1530048"/>
            <a:ext cx="8119649" cy="3416320"/>
          </a:xfrm>
          <a:prstGeom prst="rect">
            <a:avLst/>
          </a:prstGeom>
          <a:noFill/>
        </p:spPr>
        <p:txBody>
          <a:bodyPr wrap="square" rtlCol="0">
            <a:spAutoFit/>
          </a:bodyPr>
          <a:lstStyle/>
          <a:p>
            <a:r>
              <a:rPr lang="en-US" b="1" dirty="0"/>
              <a:t>Main Features</a:t>
            </a:r>
          </a:p>
          <a:p>
            <a:pPr marL="285750" indent="-285750">
              <a:buFont typeface="Wingdings" panose="05000000000000000000" pitchFamily="2" charset="2"/>
              <a:buChar char="Ø"/>
            </a:pPr>
            <a:endParaRPr lang="en-IN" b="1" dirty="0"/>
          </a:p>
          <a:p>
            <a:pPr marL="285750" lvl="0" indent="-285750">
              <a:buFont typeface="Wingdings" panose="05000000000000000000" pitchFamily="2" charset="2"/>
              <a:buChar char="Ø"/>
            </a:pPr>
            <a:r>
              <a:rPr lang="en-IN" dirty="0"/>
              <a:t>Vector Embeddings </a:t>
            </a:r>
          </a:p>
          <a:p>
            <a:pPr marL="285750" lvl="0" indent="-285750">
              <a:buFont typeface="Wingdings" panose="05000000000000000000" pitchFamily="2" charset="2"/>
              <a:buChar char="Ø"/>
            </a:pPr>
            <a:r>
              <a:rPr lang="en-IN" dirty="0"/>
              <a:t>Data Representation </a:t>
            </a:r>
          </a:p>
          <a:p>
            <a:pPr marL="285750" lvl="0" indent="-285750">
              <a:buFont typeface="Wingdings" panose="05000000000000000000" pitchFamily="2" charset="2"/>
              <a:buChar char="Ø"/>
            </a:pPr>
            <a:r>
              <a:rPr lang="en-IN" dirty="0"/>
              <a:t>Similarity Search </a:t>
            </a:r>
          </a:p>
          <a:p>
            <a:pPr marL="285750" lvl="0" indent="-285750">
              <a:buFont typeface="Wingdings" panose="05000000000000000000" pitchFamily="2" charset="2"/>
              <a:buChar char="Ø"/>
            </a:pPr>
            <a:r>
              <a:rPr lang="en-IN" dirty="0"/>
              <a:t>Information Retrieval</a:t>
            </a:r>
          </a:p>
          <a:p>
            <a:pPr marL="285750" lvl="0" indent="-285750">
              <a:buFont typeface="Wingdings" panose="05000000000000000000" pitchFamily="2" charset="2"/>
              <a:buChar char="Ø"/>
            </a:pPr>
            <a:endParaRPr lang="en-IN" dirty="0"/>
          </a:p>
          <a:p>
            <a:r>
              <a:rPr lang="en-IN" b="1" dirty="0"/>
              <a:t>Description</a:t>
            </a:r>
          </a:p>
          <a:p>
            <a:r>
              <a:rPr lang="en-IN" dirty="0"/>
              <a:t>Vector stores are used to store numerical representations called embeddings. These representations allow systems to search for information based on semantic similarity rather than relying only on exact keyword matches.</a:t>
            </a:r>
          </a:p>
        </p:txBody>
      </p:sp>
      <p:pic>
        <p:nvPicPr>
          <p:cNvPr id="4" name="Picture 3" descr="The diagram illustrates an Amazon Knowledge Base system where a user's query is processed through various stages, including semantic search, embedding index, and conversation history, culminating in an Amazon OpenSearch Service Domain that integrates tools like VectorDB and MLModel for enhanced text embedding and question answering.&#10;&#10;AI-generated content may be incorrect.">
            <a:extLst>
              <a:ext uri="{FF2B5EF4-FFF2-40B4-BE49-F238E27FC236}">
                <a16:creationId xmlns:a16="http://schemas.microsoft.com/office/drawing/2014/main" id="{B89571CE-6786-5BA7-8697-1F0FDC6F158E}"/>
              </a:ext>
            </a:extLst>
          </p:cNvPr>
          <p:cNvPicPr>
            <a:picLocks noChangeAspect="1"/>
          </p:cNvPicPr>
          <p:nvPr/>
        </p:nvPicPr>
        <p:blipFill>
          <a:blip r:embed="rId2"/>
          <a:stretch>
            <a:fillRect/>
          </a:stretch>
        </p:blipFill>
        <p:spPr>
          <a:xfrm>
            <a:off x="4936477" y="963250"/>
            <a:ext cx="6096000" cy="2465750"/>
          </a:xfrm>
          <a:prstGeom prst="rect">
            <a:avLst/>
          </a:prstGeom>
        </p:spPr>
      </p:pic>
    </p:spTree>
    <p:extLst>
      <p:ext uri="{BB962C8B-B14F-4D97-AF65-F5344CB8AC3E}">
        <p14:creationId xmlns:p14="http://schemas.microsoft.com/office/powerpoint/2010/main" val="6733861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5E9BB1F-D11A-87CE-826B-6EC136FE52B4}"/>
              </a:ext>
            </a:extLst>
          </p:cNvPr>
          <p:cNvSpPr>
            <a:spLocks noGrp="1"/>
          </p:cNvSpPr>
          <p:nvPr>
            <p:ph type="title"/>
          </p:nvPr>
        </p:nvSpPr>
        <p:spPr>
          <a:xfrm>
            <a:off x="0" y="237388"/>
            <a:ext cx="12192000" cy="573646"/>
          </a:xfrm>
          <a:solidFill>
            <a:srgbClr val="92D050"/>
          </a:solidFill>
          <a:ln/>
        </p:spPr>
        <p:style>
          <a:lnRef idx="1">
            <a:schemeClr val="accent2"/>
          </a:lnRef>
          <a:fillRef idx="2">
            <a:schemeClr val="accent2"/>
          </a:fillRef>
          <a:effectRef idx="1">
            <a:schemeClr val="accent2"/>
          </a:effectRef>
          <a:fontRef idx="minor">
            <a:schemeClr val="dk1"/>
          </a:fontRef>
        </p:style>
        <p:txBody>
          <a:bodyPr>
            <a:normAutofit fontScale="90000"/>
          </a:bodyPr>
          <a:lstStyle/>
          <a:p>
            <a:pPr algn="ctr"/>
            <a:r>
              <a:rPr lang="en-IN" sz="4000" dirty="0"/>
              <a:t>Semantic Search</a:t>
            </a:r>
          </a:p>
        </p:txBody>
      </p:sp>
      <p:sp>
        <p:nvSpPr>
          <p:cNvPr id="8" name="TextBox 7">
            <a:extLst>
              <a:ext uri="{FF2B5EF4-FFF2-40B4-BE49-F238E27FC236}">
                <a16:creationId xmlns:a16="http://schemas.microsoft.com/office/drawing/2014/main" id="{5A15F547-5740-9FD8-A1BB-400740D9130A}"/>
              </a:ext>
            </a:extLst>
          </p:cNvPr>
          <p:cNvSpPr txBox="1"/>
          <p:nvPr/>
        </p:nvSpPr>
        <p:spPr>
          <a:xfrm>
            <a:off x="1103864" y="1530048"/>
            <a:ext cx="8119649" cy="3693319"/>
          </a:xfrm>
          <a:prstGeom prst="rect">
            <a:avLst/>
          </a:prstGeom>
          <a:noFill/>
        </p:spPr>
        <p:txBody>
          <a:bodyPr wrap="square" rtlCol="0">
            <a:spAutoFit/>
          </a:bodyPr>
          <a:lstStyle/>
          <a:p>
            <a:r>
              <a:rPr lang="en-US" b="1" dirty="0"/>
              <a:t>Main Features</a:t>
            </a:r>
          </a:p>
          <a:p>
            <a:endParaRPr lang="en-IN" b="1" dirty="0"/>
          </a:p>
          <a:p>
            <a:pPr marL="285750" lvl="0" indent="-285750">
              <a:buFont typeface="Wingdings" panose="05000000000000000000" pitchFamily="2" charset="2"/>
              <a:buChar char="Ø"/>
            </a:pPr>
            <a:r>
              <a:rPr lang="en-IN" dirty="0"/>
              <a:t>Search by Meaning </a:t>
            </a:r>
          </a:p>
          <a:p>
            <a:pPr marL="285750" lvl="0" indent="-285750">
              <a:buFont typeface="Wingdings" panose="05000000000000000000" pitchFamily="2" charset="2"/>
              <a:buChar char="Ø"/>
            </a:pPr>
            <a:r>
              <a:rPr lang="en-IN" dirty="0"/>
              <a:t>Embeddings </a:t>
            </a:r>
          </a:p>
          <a:p>
            <a:pPr marL="285750" lvl="0" indent="-285750">
              <a:buFont typeface="Wingdings" panose="05000000000000000000" pitchFamily="2" charset="2"/>
              <a:buChar char="Ø"/>
            </a:pPr>
            <a:r>
              <a:rPr lang="en-IN" dirty="0"/>
              <a:t>Similarity </a:t>
            </a:r>
          </a:p>
          <a:p>
            <a:pPr marL="285750" lvl="0" indent="-285750">
              <a:buFont typeface="Wingdings" panose="05000000000000000000" pitchFamily="2" charset="2"/>
              <a:buChar char="Ø"/>
            </a:pPr>
            <a:r>
              <a:rPr lang="en-IN" dirty="0"/>
              <a:t>Relevant Results</a:t>
            </a:r>
          </a:p>
          <a:p>
            <a:pPr marL="285750" indent="-285750">
              <a:buFont typeface="Wingdings" panose="05000000000000000000" pitchFamily="2" charset="2"/>
              <a:buChar char="Ø"/>
            </a:pPr>
            <a:endParaRPr lang="en-IN" dirty="0"/>
          </a:p>
          <a:p>
            <a:pPr marL="285750" indent="-285750">
              <a:buFont typeface="Wingdings" panose="05000000000000000000" pitchFamily="2" charset="2"/>
              <a:buChar char="Ø"/>
            </a:pPr>
            <a:endParaRPr lang="en-IN" dirty="0"/>
          </a:p>
          <a:p>
            <a:r>
              <a:rPr lang="en-IN" b="1" dirty="0"/>
              <a:t>Description</a:t>
            </a:r>
          </a:p>
          <a:p>
            <a:r>
              <a:rPr lang="en-IN" dirty="0"/>
              <a:t>Semantic search uses embeddings to identify information that is conceptually related to a user's query. This allows search systems to retrieve relevant content even when the exact words in the query and documents are different.</a:t>
            </a:r>
          </a:p>
        </p:txBody>
      </p:sp>
      <p:pic>
        <p:nvPicPr>
          <p:cNvPr id="4" name="Picture 3" descr="The image illustrates a workflow diagram for Amazon Bedrock, detailing the process of embedding, chunking, embedding again, vectorizing, querying, and relevance searching.&#10;&#10;AI-generated content may be incorrect.">
            <a:extLst>
              <a:ext uri="{FF2B5EF4-FFF2-40B4-BE49-F238E27FC236}">
                <a16:creationId xmlns:a16="http://schemas.microsoft.com/office/drawing/2014/main" id="{96FE9FDE-3047-5625-6673-5DB2D61371C5}"/>
              </a:ext>
            </a:extLst>
          </p:cNvPr>
          <p:cNvPicPr>
            <a:picLocks noChangeAspect="1"/>
          </p:cNvPicPr>
          <p:nvPr/>
        </p:nvPicPr>
        <p:blipFill>
          <a:blip r:embed="rId2"/>
          <a:stretch>
            <a:fillRect/>
          </a:stretch>
        </p:blipFill>
        <p:spPr>
          <a:xfrm>
            <a:off x="4253948" y="1049571"/>
            <a:ext cx="6724700" cy="2727297"/>
          </a:xfrm>
          <a:prstGeom prst="rect">
            <a:avLst/>
          </a:prstGeom>
        </p:spPr>
      </p:pic>
    </p:spTree>
    <p:extLst>
      <p:ext uri="{BB962C8B-B14F-4D97-AF65-F5344CB8AC3E}">
        <p14:creationId xmlns:p14="http://schemas.microsoft.com/office/powerpoint/2010/main" val="1859746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AB10154-5B1F-CDF6-8A0B-5907AA107CB2}"/>
              </a:ext>
            </a:extLst>
          </p:cNvPr>
          <p:cNvSpPr>
            <a:spLocks noGrp="1"/>
          </p:cNvSpPr>
          <p:nvPr>
            <p:ph type="title"/>
          </p:nvPr>
        </p:nvSpPr>
        <p:spPr>
          <a:xfrm>
            <a:off x="0" y="237388"/>
            <a:ext cx="12192000" cy="573646"/>
          </a:xfrm>
          <a:solidFill>
            <a:srgbClr val="92D050"/>
          </a:solidFill>
          <a:ln/>
        </p:spPr>
        <p:style>
          <a:lnRef idx="1">
            <a:schemeClr val="accent2"/>
          </a:lnRef>
          <a:fillRef idx="2">
            <a:schemeClr val="accent2"/>
          </a:fillRef>
          <a:effectRef idx="1">
            <a:schemeClr val="accent2"/>
          </a:effectRef>
          <a:fontRef idx="minor">
            <a:schemeClr val="dk1"/>
          </a:fontRef>
        </p:style>
        <p:txBody>
          <a:bodyPr>
            <a:normAutofit/>
          </a:bodyPr>
          <a:lstStyle/>
          <a:p>
            <a:pPr algn="ctr"/>
            <a:r>
              <a:rPr lang="en-IN" sz="3200" dirty="0"/>
              <a:t>Embeddings in RAG</a:t>
            </a:r>
          </a:p>
        </p:txBody>
      </p:sp>
      <p:sp>
        <p:nvSpPr>
          <p:cNvPr id="8" name="TextBox 7">
            <a:extLst>
              <a:ext uri="{FF2B5EF4-FFF2-40B4-BE49-F238E27FC236}">
                <a16:creationId xmlns:a16="http://schemas.microsoft.com/office/drawing/2014/main" id="{8556B45E-E369-FDDD-CF47-5215D36249D5}"/>
              </a:ext>
            </a:extLst>
          </p:cNvPr>
          <p:cNvSpPr txBox="1"/>
          <p:nvPr/>
        </p:nvSpPr>
        <p:spPr>
          <a:xfrm>
            <a:off x="1103864" y="1530048"/>
            <a:ext cx="8119649" cy="3416320"/>
          </a:xfrm>
          <a:prstGeom prst="rect">
            <a:avLst/>
          </a:prstGeom>
          <a:noFill/>
        </p:spPr>
        <p:txBody>
          <a:bodyPr wrap="square" rtlCol="0">
            <a:spAutoFit/>
          </a:bodyPr>
          <a:lstStyle/>
          <a:p>
            <a:r>
              <a:rPr lang="en-US" b="1" dirty="0"/>
              <a:t>Main Features</a:t>
            </a:r>
          </a:p>
          <a:p>
            <a:endParaRPr lang="en-US" b="1" dirty="0"/>
          </a:p>
          <a:p>
            <a:pPr marL="285750" lvl="0" indent="-285750">
              <a:buFont typeface="Wingdings" panose="05000000000000000000" pitchFamily="2" charset="2"/>
              <a:buChar char="Ø"/>
            </a:pPr>
            <a:r>
              <a:rPr lang="en-IN" dirty="0"/>
              <a:t>Text Embeddings </a:t>
            </a:r>
          </a:p>
          <a:p>
            <a:pPr marL="285750" lvl="0" indent="-285750">
              <a:buFont typeface="Wingdings" panose="05000000000000000000" pitchFamily="2" charset="2"/>
              <a:buChar char="Ø"/>
            </a:pPr>
            <a:r>
              <a:rPr lang="en-IN" dirty="0"/>
              <a:t>Numerical Vectors </a:t>
            </a:r>
          </a:p>
          <a:p>
            <a:pPr marL="285750" lvl="0" indent="-285750">
              <a:buFont typeface="Wingdings" panose="05000000000000000000" pitchFamily="2" charset="2"/>
              <a:buChar char="Ø"/>
            </a:pPr>
            <a:r>
              <a:rPr lang="en-IN" dirty="0"/>
              <a:t>Similarity Matching </a:t>
            </a:r>
          </a:p>
          <a:p>
            <a:pPr marL="285750" lvl="0" indent="-285750">
              <a:buFont typeface="Wingdings" panose="05000000000000000000" pitchFamily="2" charset="2"/>
              <a:buChar char="Ø"/>
            </a:pPr>
            <a:r>
              <a:rPr lang="en-IN" dirty="0"/>
              <a:t>Information Retrieval</a:t>
            </a:r>
          </a:p>
          <a:p>
            <a:pPr marL="285750" indent="-285750">
              <a:buFont typeface="Wingdings" panose="05000000000000000000" pitchFamily="2" charset="2"/>
              <a:buChar char="Ø"/>
            </a:pPr>
            <a:endParaRPr lang="en-US" dirty="0"/>
          </a:p>
          <a:p>
            <a:r>
              <a:rPr lang="en-US" b="1" dirty="0"/>
              <a:t>Description</a:t>
            </a:r>
          </a:p>
          <a:p>
            <a:endParaRPr lang="en-US" b="1" dirty="0"/>
          </a:p>
          <a:p>
            <a:r>
              <a:rPr lang="en-IN" dirty="0"/>
              <a:t>Embeddings convert text and other information into numerical vector representations. RAG systems use these vectors to compare queries with stored information and retrieve relevant content.</a:t>
            </a:r>
            <a:endParaRPr lang="en-US" b="1" dirty="0"/>
          </a:p>
        </p:txBody>
      </p:sp>
      <p:pic>
        <p:nvPicPr>
          <p:cNvPr id="4" name="Picture 3" descr="A diagram illustrating the process of embedding text into a vector store for similarity search, using examples like SageMaker and machine learning deployment.&#10;&#10;AI-generated content may be incorrect.">
            <a:extLst>
              <a:ext uri="{FF2B5EF4-FFF2-40B4-BE49-F238E27FC236}">
                <a16:creationId xmlns:a16="http://schemas.microsoft.com/office/drawing/2014/main" id="{CCA1C666-2A53-3872-65F0-A0D9B8E8AEBA}"/>
              </a:ext>
            </a:extLst>
          </p:cNvPr>
          <p:cNvPicPr>
            <a:picLocks noChangeAspect="1"/>
          </p:cNvPicPr>
          <p:nvPr/>
        </p:nvPicPr>
        <p:blipFill>
          <a:blip r:embed="rId2"/>
          <a:stretch>
            <a:fillRect/>
          </a:stretch>
        </p:blipFill>
        <p:spPr>
          <a:xfrm>
            <a:off x="4126727" y="1057523"/>
            <a:ext cx="5923969" cy="2687541"/>
          </a:xfrm>
          <a:prstGeom prst="rect">
            <a:avLst/>
          </a:prstGeom>
        </p:spPr>
      </p:pic>
    </p:spTree>
    <p:extLst>
      <p:ext uri="{BB962C8B-B14F-4D97-AF65-F5344CB8AC3E}">
        <p14:creationId xmlns:p14="http://schemas.microsoft.com/office/powerpoint/2010/main" val="33240891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6BC586FC-1536-D972-9800-FC3325CA0D78}"/>
              </a:ext>
            </a:extLst>
          </p:cNvPr>
          <p:cNvSpPr>
            <a:spLocks noGrp="1"/>
          </p:cNvSpPr>
          <p:nvPr>
            <p:ph type="title"/>
          </p:nvPr>
        </p:nvSpPr>
        <p:spPr>
          <a:xfrm>
            <a:off x="0" y="237388"/>
            <a:ext cx="12192000" cy="573646"/>
          </a:xfrm>
          <a:solidFill>
            <a:srgbClr val="92D050"/>
          </a:solidFill>
          <a:ln/>
        </p:spPr>
        <p:style>
          <a:lnRef idx="1">
            <a:schemeClr val="accent2"/>
          </a:lnRef>
          <a:fillRef idx="2">
            <a:schemeClr val="accent2"/>
          </a:fillRef>
          <a:effectRef idx="1">
            <a:schemeClr val="accent2"/>
          </a:effectRef>
          <a:fontRef idx="minor">
            <a:schemeClr val="dk1"/>
          </a:fontRef>
        </p:style>
        <p:txBody>
          <a:bodyPr>
            <a:normAutofit fontScale="90000"/>
          </a:bodyPr>
          <a:lstStyle/>
          <a:p>
            <a:pPr algn="ctr"/>
            <a:r>
              <a:rPr lang="en-IN" sz="4000" dirty="0"/>
              <a:t>Amazon Bedrock Knowledge Bases</a:t>
            </a:r>
          </a:p>
        </p:txBody>
      </p:sp>
      <p:sp>
        <p:nvSpPr>
          <p:cNvPr id="8" name="TextBox 7">
            <a:extLst>
              <a:ext uri="{FF2B5EF4-FFF2-40B4-BE49-F238E27FC236}">
                <a16:creationId xmlns:a16="http://schemas.microsoft.com/office/drawing/2014/main" id="{A44AD5BB-4857-8D6E-7B01-3A12B2AB7011}"/>
              </a:ext>
            </a:extLst>
          </p:cNvPr>
          <p:cNvSpPr txBox="1"/>
          <p:nvPr/>
        </p:nvSpPr>
        <p:spPr>
          <a:xfrm>
            <a:off x="1103864" y="1530048"/>
            <a:ext cx="8119649" cy="3416320"/>
          </a:xfrm>
          <a:prstGeom prst="rect">
            <a:avLst/>
          </a:prstGeom>
          <a:noFill/>
        </p:spPr>
        <p:txBody>
          <a:bodyPr wrap="square" rtlCol="0">
            <a:spAutoFit/>
          </a:bodyPr>
          <a:lstStyle/>
          <a:p>
            <a:r>
              <a:rPr lang="en-US" b="1" dirty="0"/>
              <a:t>Main Features</a:t>
            </a:r>
          </a:p>
          <a:p>
            <a:pPr marL="285750" indent="-285750">
              <a:buFont typeface="Wingdings" panose="05000000000000000000" pitchFamily="2" charset="2"/>
              <a:buChar char="Ø"/>
            </a:pPr>
            <a:endParaRPr lang="en-IN" b="1" dirty="0"/>
          </a:p>
          <a:p>
            <a:pPr marL="285750" lvl="0" indent="-285750">
              <a:buFont typeface="Wingdings" panose="05000000000000000000" pitchFamily="2" charset="2"/>
              <a:buChar char="Ø"/>
            </a:pPr>
            <a:r>
              <a:rPr lang="en-IN" dirty="0"/>
              <a:t>Knowledge Sources </a:t>
            </a:r>
          </a:p>
          <a:p>
            <a:pPr marL="285750" lvl="0" indent="-285750">
              <a:buFont typeface="Wingdings" panose="05000000000000000000" pitchFamily="2" charset="2"/>
              <a:buChar char="Ø"/>
            </a:pPr>
            <a:r>
              <a:rPr lang="en-IN" dirty="0"/>
              <a:t>Data Retrieval </a:t>
            </a:r>
          </a:p>
          <a:p>
            <a:pPr marL="285750" lvl="0" indent="-285750">
              <a:buFont typeface="Wingdings" panose="05000000000000000000" pitchFamily="2" charset="2"/>
              <a:buChar char="Ø"/>
            </a:pPr>
            <a:r>
              <a:rPr lang="en-IN" dirty="0"/>
              <a:t>Foundation Models </a:t>
            </a:r>
          </a:p>
          <a:p>
            <a:pPr marL="285750" lvl="0" indent="-285750">
              <a:buFont typeface="Wingdings" panose="05000000000000000000" pitchFamily="2" charset="2"/>
              <a:buChar char="Ø"/>
            </a:pPr>
            <a:r>
              <a:rPr lang="en-IN" dirty="0"/>
              <a:t>RAG Applications </a:t>
            </a:r>
          </a:p>
          <a:p>
            <a:endParaRPr lang="en-IN" dirty="0"/>
          </a:p>
          <a:p>
            <a:r>
              <a:rPr lang="en-IN" b="1" dirty="0"/>
              <a:t>Description</a:t>
            </a:r>
          </a:p>
          <a:p>
            <a:r>
              <a:rPr lang="en-IN" dirty="0"/>
              <a:t>Amazon Bedrock Knowledge Bases help developers connect Generative AI applications with organizational information. They support retrieval of relevant information that can be used to provide context to foundation models.</a:t>
            </a:r>
          </a:p>
        </p:txBody>
      </p:sp>
      <p:pic>
        <p:nvPicPr>
          <p:cNvPr id="4" name="Picture 3" descr="The Amazon Bedrock Knowledge Bases diagram illustrates the process of using machine learning to ingest data, embed it, retrieve relevant information, and generate accurate answers by connecting various data sources, vector databases, and SageMaker.&#10;&#10;AI-generated content may be incorrect.">
            <a:extLst>
              <a:ext uri="{FF2B5EF4-FFF2-40B4-BE49-F238E27FC236}">
                <a16:creationId xmlns:a16="http://schemas.microsoft.com/office/drawing/2014/main" id="{BCAB1371-F840-3B2B-65E3-2417DF2C6B00}"/>
              </a:ext>
            </a:extLst>
          </p:cNvPr>
          <p:cNvPicPr>
            <a:picLocks noChangeAspect="1"/>
          </p:cNvPicPr>
          <p:nvPr/>
        </p:nvPicPr>
        <p:blipFill>
          <a:blip r:embed="rId2"/>
          <a:stretch>
            <a:fillRect/>
          </a:stretch>
        </p:blipFill>
        <p:spPr>
          <a:xfrm>
            <a:off x="3888189" y="970060"/>
            <a:ext cx="7871790" cy="2711394"/>
          </a:xfrm>
          <a:prstGeom prst="rect">
            <a:avLst/>
          </a:prstGeom>
        </p:spPr>
      </p:pic>
    </p:spTree>
    <p:extLst>
      <p:ext uri="{BB962C8B-B14F-4D97-AF65-F5344CB8AC3E}">
        <p14:creationId xmlns:p14="http://schemas.microsoft.com/office/powerpoint/2010/main" val="42618129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1BD7516-7145-1E87-2B75-069958BF6294}"/>
              </a:ext>
            </a:extLst>
          </p:cNvPr>
          <p:cNvSpPr>
            <a:spLocks noGrp="1"/>
          </p:cNvSpPr>
          <p:nvPr>
            <p:ph type="title"/>
          </p:nvPr>
        </p:nvSpPr>
        <p:spPr>
          <a:xfrm>
            <a:off x="0" y="237388"/>
            <a:ext cx="12192000" cy="573646"/>
          </a:xfrm>
          <a:solidFill>
            <a:srgbClr val="92D050"/>
          </a:solidFill>
          <a:ln/>
        </p:spPr>
        <p:style>
          <a:lnRef idx="1">
            <a:schemeClr val="accent2"/>
          </a:lnRef>
          <a:fillRef idx="2">
            <a:schemeClr val="accent2"/>
          </a:fillRef>
          <a:effectRef idx="1">
            <a:schemeClr val="accent2"/>
          </a:effectRef>
          <a:fontRef idx="minor">
            <a:schemeClr val="dk1"/>
          </a:fontRef>
        </p:style>
        <p:txBody>
          <a:bodyPr>
            <a:normAutofit fontScale="90000"/>
          </a:bodyPr>
          <a:lstStyle/>
          <a:p>
            <a:pPr algn="ctr"/>
            <a:r>
              <a:rPr lang="en-IN" sz="4000" dirty="0"/>
              <a:t>Knowledge Base Workflow</a:t>
            </a:r>
          </a:p>
        </p:txBody>
      </p:sp>
      <p:sp>
        <p:nvSpPr>
          <p:cNvPr id="8" name="TextBox 7">
            <a:extLst>
              <a:ext uri="{FF2B5EF4-FFF2-40B4-BE49-F238E27FC236}">
                <a16:creationId xmlns:a16="http://schemas.microsoft.com/office/drawing/2014/main" id="{76F90712-F305-46B7-6DAD-26942F7F2B41}"/>
              </a:ext>
            </a:extLst>
          </p:cNvPr>
          <p:cNvSpPr txBox="1"/>
          <p:nvPr/>
        </p:nvSpPr>
        <p:spPr>
          <a:xfrm>
            <a:off x="1103864" y="1530048"/>
            <a:ext cx="8119649" cy="3416320"/>
          </a:xfrm>
          <a:prstGeom prst="rect">
            <a:avLst/>
          </a:prstGeom>
          <a:noFill/>
        </p:spPr>
        <p:txBody>
          <a:bodyPr wrap="square" rtlCol="0">
            <a:spAutoFit/>
          </a:bodyPr>
          <a:lstStyle/>
          <a:p>
            <a:r>
              <a:rPr lang="en-US" b="1" dirty="0"/>
              <a:t>Main Features</a:t>
            </a:r>
          </a:p>
          <a:p>
            <a:endParaRPr lang="en-US" b="1" dirty="0"/>
          </a:p>
          <a:p>
            <a:pPr marL="285750" lvl="0" indent="-285750">
              <a:buFont typeface="Wingdings" panose="05000000000000000000" pitchFamily="2" charset="2"/>
              <a:buChar char="Ø"/>
            </a:pPr>
            <a:r>
              <a:rPr lang="en-IN" dirty="0"/>
              <a:t>Data Sources </a:t>
            </a:r>
          </a:p>
          <a:p>
            <a:pPr marL="285750" lvl="0" indent="-285750">
              <a:buFont typeface="Wingdings" panose="05000000000000000000" pitchFamily="2" charset="2"/>
              <a:buChar char="Ø"/>
            </a:pPr>
            <a:r>
              <a:rPr lang="en-IN" dirty="0"/>
              <a:t>Data Processing </a:t>
            </a:r>
          </a:p>
          <a:p>
            <a:pPr marL="285750" lvl="0" indent="-285750">
              <a:buFont typeface="Wingdings" panose="05000000000000000000" pitchFamily="2" charset="2"/>
              <a:buChar char="Ø"/>
            </a:pPr>
            <a:r>
              <a:rPr lang="en-IN" dirty="0"/>
              <a:t>Vector Embeddings </a:t>
            </a:r>
          </a:p>
          <a:p>
            <a:pPr marL="285750" lvl="0" indent="-285750">
              <a:buFont typeface="Wingdings" panose="05000000000000000000" pitchFamily="2" charset="2"/>
              <a:buChar char="Ø"/>
            </a:pPr>
            <a:r>
              <a:rPr lang="en-IN" dirty="0"/>
              <a:t>Retrieval</a:t>
            </a:r>
          </a:p>
          <a:p>
            <a:pPr marL="285750" indent="-285750">
              <a:buFont typeface="Wingdings" panose="05000000000000000000" pitchFamily="2" charset="2"/>
              <a:buChar char="Ø"/>
            </a:pPr>
            <a:endParaRPr lang="en-US" dirty="0"/>
          </a:p>
          <a:p>
            <a:r>
              <a:rPr lang="en-US" b="1" dirty="0"/>
              <a:t>Description</a:t>
            </a:r>
          </a:p>
          <a:p>
            <a:endParaRPr lang="en-US" b="1" dirty="0"/>
          </a:p>
          <a:p>
            <a:r>
              <a:rPr lang="en-IN" dirty="0"/>
              <a:t>A Knowledge Base workflow involves connecting data sources, processing information, creating embeddings, storing vectors, and retrieving relevant content when users submit questions or requests.</a:t>
            </a:r>
          </a:p>
        </p:txBody>
      </p:sp>
      <p:pic>
        <p:nvPicPr>
          <p:cNvPr id="4" name="Picture 3" descr="The diagram illustrates a process involving ingestion, vectorization, retrieval, generation, and final output in a knowledge-based system, with various components like AWS Bedrock, Titan Text, and Llama 2, used for processing user queries, retrieving relevant information, and generating answers.&#10;&#10;AI-generated content may be incorrect.">
            <a:extLst>
              <a:ext uri="{FF2B5EF4-FFF2-40B4-BE49-F238E27FC236}">
                <a16:creationId xmlns:a16="http://schemas.microsoft.com/office/drawing/2014/main" id="{95E5A9F3-D612-5D8C-6653-D3A437A43F03}"/>
              </a:ext>
            </a:extLst>
          </p:cNvPr>
          <p:cNvPicPr>
            <a:picLocks noChangeAspect="1"/>
          </p:cNvPicPr>
          <p:nvPr/>
        </p:nvPicPr>
        <p:blipFill>
          <a:blip r:embed="rId3"/>
          <a:stretch>
            <a:fillRect/>
          </a:stretch>
        </p:blipFill>
        <p:spPr>
          <a:xfrm>
            <a:off x="4651514" y="938227"/>
            <a:ext cx="5486400" cy="3061280"/>
          </a:xfrm>
          <a:prstGeom prst="rect">
            <a:avLst/>
          </a:prstGeom>
        </p:spPr>
      </p:pic>
    </p:spTree>
    <p:extLst>
      <p:ext uri="{BB962C8B-B14F-4D97-AF65-F5344CB8AC3E}">
        <p14:creationId xmlns:p14="http://schemas.microsoft.com/office/powerpoint/2010/main" val="2233627133"/>
      </p:ext>
    </p:extLst>
  </p:cSld>
  <p:clrMapOvr>
    <a:masterClrMapping/>
  </p:clrMapOvr>
</p:sld>
</file>

<file path=ppt/theme/theme1.xml><?xml version="1.0" encoding="utf-8"?>
<a:theme xmlns:a="http://schemas.openxmlformats.org/drawingml/2006/main" name="OasisVTI">
  <a:themeElements>
    <a:clrScheme name="Oasis">
      <a:dk1>
        <a:srgbClr val="131313"/>
      </a:dk1>
      <a:lt1>
        <a:sysClr val="window" lastClr="FFFFFF"/>
      </a:lt1>
      <a:dk2>
        <a:srgbClr val="3D3C33"/>
      </a:dk2>
      <a:lt2>
        <a:srgbClr val="F0EDE6"/>
      </a:lt2>
      <a:accent1>
        <a:srgbClr val="A57361"/>
      </a:accent1>
      <a:accent2>
        <a:srgbClr val="BE8856"/>
      </a:accent2>
      <a:accent3>
        <a:srgbClr val="BD9075"/>
      </a:accent3>
      <a:accent4>
        <a:srgbClr val="939081"/>
      </a:accent4>
      <a:accent5>
        <a:srgbClr val="A16D4C"/>
      </a:accent5>
      <a:accent6>
        <a:srgbClr val="8C8662"/>
      </a:accent6>
      <a:hlink>
        <a:srgbClr val="A57361"/>
      </a:hlink>
      <a:folHlink>
        <a:srgbClr val="8C8662"/>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asis_win32_DN_V3" id="{65F5DFDA-B6D8-4F37-85B8-E95C858FA146}" vid="{998F2FB7-179B-41D4-99FF-60A4C828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73667383-B7F3-43FC-8965-135FDDEABCC5}">
  <ds:schemaRefs>
    <ds:schemaRef ds:uri="http://schemas.microsoft.com/sharepoint/v3/contenttype/forms"/>
  </ds:schemaRefs>
</ds:datastoreItem>
</file>

<file path=customXml/itemProps2.xml><?xml version="1.0" encoding="utf-8"?>
<ds:datastoreItem xmlns:ds="http://schemas.openxmlformats.org/officeDocument/2006/customXml" ds:itemID="{12135656-72CC-4564-823F-B30D0299644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D6282DC-5D67-4C19-9A05-C65D9BF7BC78}">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{EAC1584E-BD28-47EF-9630-F926C5E5F6FA}05f950ec-c865-457c-93ae-9eb2ef1c603f-TFa19fa653-f273-4169-96ef-448bb1cd1027_win32</Template>
  <TotalTime>895</TotalTime>
  <Words>437</Words>
  <Application>Microsoft Office PowerPoint</Application>
  <PresentationFormat>Widescreen</PresentationFormat>
  <Paragraphs>100</Paragraphs>
  <Slides>10</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Neue Haas Grotesk Text Pro</vt:lpstr>
      <vt:lpstr>Wingdings</vt:lpstr>
      <vt:lpstr>OasisVTI</vt:lpstr>
      <vt:lpstr>PowerPoint Presentation</vt:lpstr>
      <vt:lpstr>Retrieval-Augmented Generation, Vector Stores &amp; Knowledge Bases</vt:lpstr>
      <vt:lpstr>Introduction to Retrieval-Augmented Generation</vt:lpstr>
      <vt:lpstr>How RAG Works</vt:lpstr>
      <vt:lpstr>Benefits of RAG</vt:lpstr>
      <vt:lpstr>Vector Stores</vt:lpstr>
      <vt:lpstr>Semantic Search</vt:lpstr>
      <vt:lpstr>Embeddings in RAG</vt:lpstr>
      <vt:lpstr>Amazon Bedrock Knowledge Bases</vt:lpstr>
      <vt:lpstr>Knowledge Base Workflow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Naga Mahadeva</dc:creator>
  <cp:lastModifiedBy>Naga Mahadeva</cp:lastModifiedBy>
  <cp:revision>1</cp:revision>
  <dcterms:created xsi:type="dcterms:W3CDTF">2026-05-22T01:39:06Z</dcterms:created>
  <dcterms:modified xsi:type="dcterms:W3CDTF">2026-09-18T13:04:45Z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