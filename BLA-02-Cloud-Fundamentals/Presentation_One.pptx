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3"/>
  </p:notesMasterIdLst>
  <p:sldIdLst>
    <p:sldId id="2767" r:id="rId5"/>
    <p:sldId id="2768" r:id="rId6"/>
    <p:sldId id="2769" r:id="rId7"/>
    <p:sldId id="2770" r:id="rId8"/>
    <p:sldId id="2771" r:id="rId9"/>
    <p:sldId id="2772" r:id="rId10"/>
    <p:sldId id="2773" r:id="rId11"/>
    <p:sldId id="27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005407-9977-4FF2-8259-B58D5D8BB562}" v="22" dt="2026-09-18T02:09:31.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95"/>
  </p:normalViewPr>
  <p:slideViewPr>
    <p:cSldViewPr snapToGrid="0">
      <p:cViewPr varScale="1">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custSel delSld modSld">
      <pc:chgData name="Naga Mahadeva" userId="2d3d2e38f9c357bf" providerId="LiveId" clId="{89A268DB-4518-41DC-B1E4-35446A2DC78F}" dt="2026-09-18T02:11:01.787" v="359" actId="47"/>
      <pc:docMkLst>
        <pc:docMk/>
      </pc:docMkLst>
      <pc:sldChg chg="addSp modSp mod">
        <pc:chgData name="Naga Mahadeva" userId="2d3d2e38f9c357bf" providerId="LiveId" clId="{89A268DB-4518-41DC-B1E4-35446A2DC78F}" dt="2026-09-18T01:41:17.740" v="239"/>
        <pc:sldMkLst>
          <pc:docMk/>
          <pc:sldMk cId="4182614578" sldId="2767"/>
        </pc:sldMkLst>
        <pc:spChg chg="mod">
          <ac:chgData name="Naga Mahadeva" userId="2d3d2e38f9c357bf" providerId="LiveId" clId="{89A268DB-4518-41DC-B1E4-35446A2DC78F}" dt="2026-09-18T01:41:17.740" v="239"/>
          <ac:spMkLst>
            <pc:docMk/>
            <pc:sldMk cId="4182614578" sldId="2767"/>
            <ac:spMk id="3" creationId="{7604D864-A6BD-C75F-9B88-BAB58775ABDD}"/>
          </ac:spMkLst>
        </pc:spChg>
      </pc:sldChg>
      <pc:sldChg chg="addSp delSp modSp mod">
        <pc:chgData name="Naga Mahadeva" userId="2d3d2e38f9c357bf" providerId="LiveId" clId="{89A268DB-4518-41DC-B1E4-35446A2DC78F}" dt="2026-09-18T01:44:06.687" v="257" actId="14100"/>
        <pc:sldMkLst>
          <pc:docMk/>
          <pc:sldMk cId="2523674139" sldId="2768"/>
        </pc:sldMkLst>
        <pc:spChg chg="mod">
          <ac:chgData name="Naga Mahadeva" userId="2d3d2e38f9c357bf" providerId="LiveId" clId="{89A268DB-4518-41DC-B1E4-35446A2DC78F}" dt="2026-09-18T01:41:40.194" v="241" actId="14100"/>
          <ac:spMkLst>
            <pc:docMk/>
            <pc:sldMk cId="2523674139" sldId="2768"/>
            <ac:spMk id="7" creationId="{28F859CA-7C72-396B-A011-01E1A52FC6AE}"/>
          </ac:spMkLst>
        </pc:spChg>
        <pc:spChg chg="mod">
          <ac:chgData name="Naga Mahadeva" userId="2d3d2e38f9c357bf" providerId="LiveId" clId="{89A268DB-4518-41DC-B1E4-35446A2DC78F}" dt="2026-09-18T01:42:14.455" v="246"/>
          <ac:spMkLst>
            <pc:docMk/>
            <pc:sldMk cId="2523674139" sldId="2768"/>
            <ac:spMk id="9" creationId="{40ADE7B3-947E-7624-EAA2-7BD216246076}"/>
          </ac:spMkLst>
        </pc:spChg>
        <pc:picChg chg="add del mod">
          <ac:chgData name="Naga Mahadeva" userId="2d3d2e38f9c357bf" providerId="LiveId" clId="{89A268DB-4518-41DC-B1E4-35446A2DC78F}" dt="2026-09-18T01:41:43.893" v="243" actId="478"/>
          <ac:picMkLst>
            <pc:docMk/>
            <pc:sldMk cId="2523674139" sldId="2768"/>
            <ac:picMk id="3" creationId="{8B904A17-8977-49F6-77DF-C4357A104FC4}"/>
          </ac:picMkLst>
        </pc:picChg>
        <pc:picChg chg="add mod">
          <ac:chgData name="Naga Mahadeva" userId="2d3d2e38f9c357bf" providerId="LiveId" clId="{89A268DB-4518-41DC-B1E4-35446A2DC78F}" dt="2026-09-18T01:44:06.687" v="257" actId="14100"/>
          <ac:picMkLst>
            <pc:docMk/>
            <pc:sldMk cId="2523674139" sldId="2768"/>
            <ac:picMk id="4" creationId="{515B3686-FAF4-CDCB-74B0-2D903B7B3852}"/>
          </ac:picMkLst>
        </pc:picChg>
      </pc:sldChg>
      <pc:sldChg chg="addSp delSp modSp mod">
        <pc:chgData name="Naga Mahadeva" userId="2d3d2e38f9c357bf" providerId="LiveId" clId="{89A268DB-4518-41DC-B1E4-35446A2DC78F}" dt="2026-09-18T01:46:17.611" v="271" actId="27614"/>
        <pc:sldMkLst>
          <pc:docMk/>
          <pc:sldMk cId="501066885" sldId="2769"/>
        </pc:sldMkLst>
        <pc:spChg chg="mod">
          <ac:chgData name="Naga Mahadeva" userId="2d3d2e38f9c357bf" providerId="LiveId" clId="{89A268DB-4518-41DC-B1E4-35446A2DC78F}" dt="2026-09-18T01:44:49.822" v="263"/>
          <ac:spMkLst>
            <pc:docMk/>
            <pc:sldMk cId="501066885" sldId="2769"/>
            <ac:spMk id="7" creationId="{C78C6B7F-085C-9294-EFAC-03451D3A03E5}"/>
          </ac:spMkLst>
        </pc:spChg>
        <pc:spChg chg="mod">
          <ac:chgData name="Naga Mahadeva" userId="2d3d2e38f9c357bf" providerId="LiveId" clId="{89A268DB-4518-41DC-B1E4-35446A2DC78F}" dt="2026-09-18T01:44:20.764" v="259" actId="27636"/>
          <ac:spMkLst>
            <pc:docMk/>
            <pc:sldMk cId="501066885" sldId="2769"/>
            <ac:spMk id="9" creationId="{D9CB54BA-DE5C-EB6E-FBFE-20BF50F8B8CA}"/>
          </ac:spMkLst>
        </pc:spChg>
        <pc:picChg chg="add del mod">
          <ac:chgData name="Naga Mahadeva" userId="2d3d2e38f9c357bf" providerId="LiveId" clId="{89A268DB-4518-41DC-B1E4-35446A2DC78F}" dt="2026-09-18T01:44:23.907" v="260" actId="478"/>
          <ac:picMkLst>
            <pc:docMk/>
            <pc:sldMk cId="501066885" sldId="2769"/>
            <ac:picMk id="3" creationId="{9BD88423-439E-7A0A-69E0-D9A7254266A1}"/>
          </ac:picMkLst>
        </pc:picChg>
        <pc:picChg chg="add mod">
          <ac:chgData name="Naga Mahadeva" userId="2d3d2e38f9c357bf" providerId="LiveId" clId="{89A268DB-4518-41DC-B1E4-35446A2DC78F}" dt="2026-09-18T01:46:17.611" v="271" actId="27614"/>
          <ac:picMkLst>
            <pc:docMk/>
            <pc:sldMk cId="501066885" sldId="2769"/>
            <ac:picMk id="4" creationId="{8B9A0917-8F82-C0BD-EB0C-AEAAFE1AF97C}"/>
          </ac:picMkLst>
        </pc:picChg>
      </pc:sldChg>
      <pc:sldChg chg="addSp delSp modSp mod">
        <pc:chgData name="Naga Mahadeva" userId="2d3d2e38f9c357bf" providerId="LiveId" clId="{89A268DB-4518-41DC-B1E4-35446A2DC78F}" dt="2026-09-18T01:48:50.956" v="290" actId="27614"/>
        <pc:sldMkLst>
          <pc:docMk/>
          <pc:sldMk cId="1992267581" sldId="2770"/>
        </pc:sldMkLst>
        <pc:spChg chg="mod">
          <ac:chgData name="Naga Mahadeva" userId="2d3d2e38f9c357bf" providerId="LiveId" clId="{89A268DB-4518-41DC-B1E4-35446A2DC78F}" dt="2026-09-18T01:47:24.003" v="280" actId="20577"/>
          <ac:spMkLst>
            <pc:docMk/>
            <pc:sldMk cId="1992267581" sldId="2770"/>
            <ac:spMk id="7" creationId="{AB72A493-14A7-8A96-4441-F4832FBFAAE1}"/>
          </ac:spMkLst>
        </pc:spChg>
        <pc:spChg chg="mod">
          <ac:chgData name="Naga Mahadeva" userId="2d3d2e38f9c357bf" providerId="LiveId" clId="{89A268DB-4518-41DC-B1E4-35446A2DC78F}" dt="2026-09-18T01:46:39.789" v="272"/>
          <ac:spMkLst>
            <pc:docMk/>
            <pc:sldMk cId="1992267581" sldId="2770"/>
            <ac:spMk id="9" creationId="{75925430-0878-B328-D60C-3C46E3A35A8E}"/>
          </ac:spMkLst>
        </pc:spChg>
        <pc:picChg chg="add del mod">
          <ac:chgData name="Naga Mahadeva" userId="2d3d2e38f9c357bf" providerId="LiveId" clId="{89A268DB-4518-41DC-B1E4-35446A2DC78F}" dt="2026-09-18T01:48:32.188" v="281" actId="478"/>
          <ac:picMkLst>
            <pc:docMk/>
            <pc:sldMk cId="1992267581" sldId="2770"/>
            <ac:picMk id="3" creationId="{4E7CA717-EA14-4D0B-1AB8-3C7EDB63EB7D}"/>
          </ac:picMkLst>
        </pc:picChg>
        <pc:picChg chg="add mod">
          <ac:chgData name="Naga Mahadeva" userId="2d3d2e38f9c357bf" providerId="LiveId" clId="{89A268DB-4518-41DC-B1E4-35446A2DC78F}" dt="2026-09-18T01:48:50.956" v="290" actId="27614"/>
          <ac:picMkLst>
            <pc:docMk/>
            <pc:sldMk cId="1992267581" sldId="2770"/>
            <ac:picMk id="4" creationId="{7C3B9D37-9060-5D49-A233-1A5683C84CEB}"/>
          </ac:picMkLst>
        </pc:picChg>
      </pc:sldChg>
      <pc:sldChg chg="addSp delSp modSp mod">
        <pc:chgData name="Naga Mahadeva" userId="2d3d2e38f9c357bf" providerId="LiveId" clId="{89A268DB-4518-41DC-B1E4-35446A2DC78F}" dt="2026-09-18T01:51:31.815" v="308" actId="1076"/>
        <pc:sldMkLst>
          <pc:docMk/>
          <pc:sldMk cId="4290495646" sldId="2771"/>
        </pc:sldMkLst>
        <pc:spChg chg="mod">
          <ac:chgData name="Naga Mahadeva" userId="2d3d2e38f9c357bf" providerId="LiveId" clId="{89A268DB-4518-41DC-B1E4-35446A2DC78F}" dt="2026-09-18T01:49:15.360" v="291"/>
          <ac:spMkLst>
            <pc:docMk/>
            <pc:sldMk cId="4290495646" sldId="2771"/>
            <ac:spMk id="7" creationId="{F5A900BB-2082-BDB1-9B47-92E75EC284B1}"/>
          </ac:spMkLst>
        </pc:spChg>
        <pc:spChg chg="mod">
          <ac:chgData name="Naga Mahadeva" userId="2d3d2e38f9c357bf" providerId="LiveId" clId="{89A268DB-4518-41DC-B1E4-35446A2DC78F}" dt="2026-09-18T01:49:53.552" v="296" actId="20577"/>
          <ac:spMkLst>
            <pc:docMk/>
            <pc:sldMk cId="4290495646" sldId="2771"/>
            <ac:spMk id="8" creationId="{58190787-969A-0913-6F9F-5B1310FC9333}"/>
          </ac:spMkLst>
        </pc:spChg>
        <pc:picChg chg="add del mod">
          <ac:chgData name="Naga Mahadeva" userId="2d3d2e38f9c357bf" providerId="LiveId" clId="{89A268DB-4518-41DC-B1E4-35446A2DC78F}" dt="2026-09-18T01:51:13.994" v="297" actId="478"/>
          <ac:picMkLst>
            <pc:docMk/>
            <pc:sldMk cId="4290495646" sldId="2771"/>
            <ac:picMk id="3" creationId="{57A75CE1-01D9-D9E5-0EFB-FF768D4844FF}"/>
          </ac:picMkLst>
        </pc:picChg>
        <pc:picChg chg="add mod">
          <ac:chgData name="Naga Mahadeva" userId="2d3d2e38f9c357bf" providerId="LiveId" clId="{89A268DB-4518-41DC-B1E4-35446A2DC78F}" dt="2026-09-18T01:51:31.815" v="308" actId="1076"/>
          <ac:picMkLst>
            <pc:docMk/>
            <pc:sldMk cId="4290495646" sldId="2771"/>
            <ac:picMk id="4" creationId="{B2FB750B-15E2-FA01-BEA3-EAE2EE095572}"/>
          </ac:picMkLst>
        </pc:picChg>
      </pc:sldChg>
      <pc:sldChg chg="addSp delSp modSp mod">
        <pc:chgData name="Naga Mahadeva" userId="2d3d2e38f9c357bf" providerId="LiveId" clId="{89A268DB-4518-41DC-B1E4-35446A2DC78F}" dt="2026-09-18T02:02:34.793" v="322" actId="1076"/>
        <pc:sldMkLst>
          <pc:docMk/>
          <pc:sldMk cId="673386160" sldId="2772"/>
        </pc:sldMkLst>
        <pc:spChg chg="mod">
          <ac:chgData name="Naga Mahadeva" userId="2d3d2e38f9c357bf" providerId="LiveId" clId="{89A268DB-4518-41DC-B1E4-35446A2DC78F}" dt="2026-09-18T01:53:58.362" v="309"/>
          <ac:spMkLst>
            <pc:docMk/>
            <pc:sldMk cId="673386160" sldId="2772"/>
            <ac:spMk id="7" creationId="{5A729299-2ACE-58EE-C6A2-9612CF07C785}"/>
          </ac:spMkLst>
        </pc:spChg>
        <pc:spChg chg="mod">
          <ac:chgData name="Naga Mahadeva" userId="2d3d2e38f9c357bf" providerId="LiveId" clId="{89A268DB-4518-41DC-B1E4-35446A2DC78F}" dt="2026-09-18T01:54:31.837" v="313" actId="20577"/>
          <ac:spMkLst>
            <pc:docMk/>
            <pc:sldMk cId="673386160" sldId="2772"/>
            <ac:spMk id="8" creationId="{C7513FB3-E6AA-239A-7A9B-384CC113B573}"/>
          </ac:spMkLst>
        </pc:spChg>
        <pc:picChg chg="add del mod">
          <ac:chgData name="Naga Mahadeva" userId="2d3d2e38f9c357bf" providerId="LiveId" clId="{89A268DB-4518-41DC-B1E4-35446A2DC78F}" dt="2026-09-18T01:54:34.369" v="314" actId="478"/>
          <ac:picMkLst>
            <pc:docMk/>
            <pc:sldMk cId="673386160" sldId="2772"/>
            <ac:picMk id="3" creationId="{DAF968F3-3E50-822E-7562-9AA5C5B4FAF7}"/>
          </ac:picMkLst>
        </pc:picChg>
        <pc:picChg chg="add mod">
          <ac:chgData name="Naga Mahadeva" userId="2d3d2e38f9c357bf" providerId="LiveId" clId="{89A268DB-4518-41DC-B1E4-35446A2DC78F}" dt="2026-09-18T02:02:34.793" v="322" actId="1076"/>
          <ac:picMkLst>
            <pc:docMk/>
            <pc:sldMk cId="673386160" sldId="2772"/>
            <ac:picMk id="4" creationId="{E5A1DC70-6FFB-652C-5A48-BBC412D73DAA}"/>
          </ac:picMkLst>
        </pc:picChg>
      </pc:sldChg>
      <pc:sldChg chg="addSp delSp modSp mod">
        <pc:chgData name="Naga Mahadeva" userId="2d3d2e38f9c357bf" providerId="LiveId" clId="{89A268DB-4518-41DC-B1E4-35446A2DC78F}" dt="2026-09-18T02:08:36.166" v="343" actId="1076"/>
        <pc:sldMkLst>
          <pc:docMk/>
          <pc:sldMk cId="185974604" sldId="2773"/>
        </pc:sldMkLst>
        <pc:spChg chg="mod">
          <ac:chgData name="Naga Mahadeva" userId="2d3d2e38f9c357bf" providerId="LiveId" clId="{89A268DB-4518-41DC-B1E4-35446A2DC78F}" dt="2026-09-18T02:03:02.092" v="323"/>
          <ac:spMkLst>
            <pc:docMk/>
            <pc:sldMk cId="185974604" sldId="2773"/>
            <ac:spMk id="7" creationId="{05E9BB1F-D11A-87CE-826B-6EC136FE52B4}"/>
          </ac:spMkLst>
        </pc:spChg>
        <pc:spChg chg="mod">
          <ac:chgData name="Naga Mahadeva" userId="2d3d2e38f9c357bf" providerId="LiveId" clId="{89A268DB-4518-41DC-B1E4-35446A2DC78F}" dt="2026-09-18T02:03:49.030" v="328" actId="20577"/>
          <ac:spMkLst>
            <pc:docMk/>
            <pc:sldMk cId="185974604" sldId="2773"/>
            <ac:spMk id="8" creationId="{5A15F547-5740-9FD8-A1BB-400740D9130A}"/>
          </ac:spMkLst>
        </pc:spChg>
        <pc:picChg chg="add del mod">
          <ac:chgData name="Naga Mahadeva" userId="2d3d2e38f9c357bf" providerId="LiveId" clId="{89A268DB-4518-41DC-B1E4-35446A2DC78F}" dt="2026-09-18T02:03:45.710" v="327" actId="478"/>
          <ac:picMkLst>
            <pc:docMk/>
            <pc:sldMk cId="185974604" sldId="2773"/>
            <ac:picMk id="3" creationId="{40C6FACD-C6C5-9141-AE94-076B47E72B93}"/>
          </ac:picMkLst>
        </pc:picChg>
        <pc:picChg chg="add mod">
          <ac:chgData name="Naga Mahadeva" userId="2d3d2e38f9c357bf" providerId="LiveId" clId="{89A268DB-4518-41DC-B1E4-35446A2DC78F}" dt="2026-09-18T02:08:36.166" v="343" actId="1076"/>
          <ac:picMkLst>
            <pc:docMk/>
            <pc:sldMk cId="185974604" sldId="2773"/>
            <ac:picMk id="4" creationId="{E9DAB218-8799-4173-FBE8-0EDDFAFFFBA1}"/>
          </ac:picMkLst>
        </pc:picChg>
      </pc:sldChg>
      <pc:sldChg chg="addSp delSp modSp mod">
        <pc:chgData name="Naga Mahadeva" userId="2d3d2e38f9c357bf" providerId="LiveId" clId="{89A268DB-4518-41DC-B1E4-35446A2DC78F}" dt="2026-09-18T02:10:49.439" v="357" actId="14100"/>
        <pc:sldMkLst>
          <pc:docMk/>
          <pc:sldMk cId="3324089155" sldId="2774"/>
        </pc:sldMkLst>
        <pc:spChg chg="mod">
          <ac:chgData name="Naga Mahadeva" userId="2d3d2e38f9c357bf" providerId="LiveId" clId="{89A268DB-4518-41DC-B1E4-35446A2DC78F}" dt="2026-09-18T02:09:06.516" v="344"/>
          <ac:spMkLst>
            <pc:docMk/>
            <pc:sldMk cId="3324089155" sldId="2774"/>
            <ac:spMk id="7" creationId="{BAB10154-5B1F-CDF6-8A0B-5907AA107CB2}"/>
          </ac:spMkLst>
        </pc:spChg>
        <pc:spChg chg="mod">
          <ac:chgData name="Naga Mahadeva" userId="2d3d2e38f9c357bf" providerId="LiveId" clId="{89A268DB-4518-41DC-B1E4-35446A2DC78F}" dt="2026-09-18T02:09:31.901" v="347"/>
          <ac:spMkLst>
            <pc:docMk/>
            <pc:sldMk cId="3324089155" sldId="2774"/>
            <ac:spMk id="8" creationId="{8556B45E-E369-FDDD-CF47-5215D36249D5}"/>
          </ac:spMkLst>
        </pc:spChg>
        <pc:picChg chg="add del mod">
          <ac:chgData name="Naga Mahadeva" userId="2d3d2e38f9c357bf" providerId="LiveId" clId="{89A268DB-4518-41DC-B1E4-35446A2DC78F}" dt="2026-09-18T02:10:32.718" v="348" actId="478"/>
          <ac:picMkLst>
            <pc:docMk/>
            <pc:sldMk cId="3324089155" sldId="2774"/>
            <ac:picMk id="3" creationId="{F20B1357-541F-BE1E-2580-601B02C2380D}"/>
          </ac:picMkLst>
        </pc:picChg>
        <pc:picChg chg="add mod">
          <ac:chgData name="Naga Mahadeva" userId="2d3d2e38f9c357bf" providerId="LiveId" clId="{89A268DB-4518-41DC-B1E4-35446A2DC78F}" dt="2026-09-18T02:10:49.439" v="357" actId="14100"/>
          <ac:picMkLst>
            <pc:docMk/>
            <pc:sldMk cId="3324089155" sldId="2774"/>
            <ac:picMk id="4" creationId="{939A4C00-4F5A-6A7C-32ED-799CD6597550}"/>
          </ac:picMkLst>
        </pc:picChg>
      </pc:sldChg>
      <pc:sldChg chg="addSp delSp modSp del mod">
        <pc:chgData name="Naga Mahadeva" userId="2d3d2e38f9c357bf" providerId="LiveId" clId="{89A268DB-4518-41DC-B1E4-35446A2DC78F}" dt="2026-09-18T02:10:57.922" v="358" actId="47"/>
        <pc:sldMkLst>
          <pc:docMk/>
          <pc:sldMk cId="4261812952" sldId="2775"/>
        </pc:sldMkLst>
        <pc:spChg chg="mod">
          <ac:chgData name="Naga Mahadeva" userId="2d3d2e38f9c357bf" providerId="LiveId" clId="{89A268DB-4518-41DC-B1E4-35446A2DC78F}" dt="2026-09-04T04:46:57.336" v="203"/>
          <ac:spMkLst>
            <pc:docMk/>
            <pc:sldMk cId="4261812952" sldId="2775"/>
            <ac:spMk id="7" creationId="{6BC586FC-1536-D972-9800-FC3325CA0D78}"/>
          </ac:spMkLst>
        </pc:spChg>
        <pc:spChg chg="mod">
          <ac:chgData name="Naga Mahadeva" userId="2d3d2e38f9c357bf" providerId="LiveId" clId="{89A268DB-4518-41DC-B1E4-35446A2DC78F}" dt="2026-09-04T04:47:27.707" v="208"/>
          <ac:spMkLst>
            <pc:docMk/>
            <pc:sldMk cId="4261812952" sldId="2775"/>
            <ac:spMk id="8" creationId="{A44AD5BB-4857-8D6E-7B01-3A12B2AB7011}"/>
          </ac:spMkLst>
        </pc:spChg>
        <pc:picChg chg="add mod">
          <ac:chgData name="Naga Mahadeva" userId="2d3d2e38f9c357bf" providerId="LiveId" clId="{89A268DB-4518-41DC-B1E4-35446A2DC78F}" dt="2026-09-04T04:48:34.081" v="216" actId="1076"/>
          <ac:picMkLst>
            <pc:docMk/>
            <pc:sldMk cId="4261812952" sldId="2775"/>
            <ac:picMk id="3" creationId="{E55FC549-21C5-7651-6E1F-2D382C348137}"/>
          </ac:picMkLst>
        </pc:picChg>
      </pc:sldChg>
      <pc:sldChg chg="addSp delSp modSp del mod">
        <pc:chgData name="Naga Mahadeva" userId="2d3d2e38f9c357bf" providerId="LiveId" clId="{89A268DB-4518-41DC-B1E4-35446A2DC78F}" dt="2026-09-18T02:11:01.787" v="359" actId="47"/>
        <pc:sldMkLst>
          <pc:docMk/>
          <pc:sldMk cId="2233627133" sldId="2776"/>
        </pc:sldMkLst>
        <pc:spChg chg="mod">
          <ac:chgData name="Naga Mahadeva" userId="2d3d2e38f9c357bf" providerId="LiveId" clId="{89A268DB-4518-41DC-B1E4-35446A2DC78F}" dt="2026-09-04T04:48:56.447" v="218"/>
          <ac:spMkLst>
            <pc:docMk/>
            <pc:sldMk cId="2233627133" sldId="2776"/>
            <ac:spMk id="7" creationId="{C1BD7516-7145-1E87-2B75-069958BF6294}"/>
          </ac:spMkLst>
        </pc:spChg>
        <pc:spChg chg="mod">
          <ac:chgData name="Naga Mahadeva" userId="2d3d2e38f9c357bf" providerId="LiveId" clId="{89A268DB-4518-41DC-B1E4-35446A2DC78F}" dt="2026-09-04T04:49:25.990" v="223"/>
          <ac:spMkLst>
            <pc:docMk/>
            <pc:sldMk cId="2233627133" sldId="2776"/>
            <ac:spMk id="8" creationId="{76F90712-F305-46B7-6DAD-26942F7F2B41}"/>
          </ac:spMkLst>
        </pc:spChg>
        <pc:picChg chg="add mod">
          <ac:chgData name="Naga Mahadeva" userId="2d3d2e38f9c357bf" providerId="LiveId" clId="{89A268DB-4518-41DC-B1E4-35446A2DC78F}" dt="2026-09-04T04:50:40.243" v="232" actId="14100"/>
          <ac:picMkLst>
            <pc:docMk/>
            <pc:sldMk cId="2233627133" sldId="2776"/>
            <ac:picMk id="3" creationId="{88B0921D-78B0-8535-A6DC-D7CE4B9D491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9/17/2026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9/17/2026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9/17/2026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9/17/2026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9/17/2026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9/17/2026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9/17/2026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9/17/2026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9/17/2026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955482" y="1025718"/>
            <a:ext cx="10742212" cy="2695493"/>
          </a:xfrm>
        </p:spPr>
        <p:txBody>
          <a:bodyPr anchor="t">
            <a:noAutofit/>
          </a:bodyPr>
          <a:lstStyle/>
          <a:p>
            <a:r>
              <a:rPr lang="en-IN" sz="6000" dirty="0"/>
              <a:t>Amazon Bedrock Playground, Converse API &amp; Model Fine-Tuning</a:t>
            </a:r>
            <a:endParaRPr lang="en-US" sz="6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755496" y="4222162"/>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NagaJayaMadhuPraveen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237388"/>
            <a:ext cx="12192000" cy="917578"/>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Amazon Bedrock Playground, Converse API &amp; Model Fine-Tuning</a:t>
            </a:r>
          </a:p>
        </p:txBody>
      </p:sp>
      <p:sp>
        <p:nvSpPr>
          <p:cNvPr id="9" name="TextBox 8">
            <a:extLst>
              <a:ext uri="{FF2B5EF4-FFF2-40B4-BE49-F238E27FC236}">
                <a16:creationId xmlns:a16="http://schemas.microsoft.com/office/drawing/2014/main" id="{40ADE7B3-947E-7624-EAA2-7BD216246076}"/>
              </a:ext>
            </a:extLst>
          </p:cNvPr>
          <p:cNvSpPr txBox="1"/>
          <p:nvPr/>
        </p:nvSpPr>
        <p:spPr>
          <a:xfrm>
            <a:off x="1103864" y="1530048"/>
            <a:ext cx="8119649" cy="3693319"/>
          </a:xfrm>
          <a:prstGeom prst="rect">
            <a:avLst/>
          </a:prstGeom>
          <a:noFill/>
        </p:spPr>
        <p:txBody>
          <a:bodyPr wrap="square" rtlCol="0">
            <a:spAutoFit/>
          </a:bodyPr>
          <a:lstStyle/>
          <a:p>
            <a:r>
              <a:rPr lang="en-IN" b="1" dirty="0"/>
              <a:t>Main Course Topics Covered</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Amazon Bedrock </a:t>
            </a:r>
          </a:p>
          <a:p>
            <a:pPr marL="285750" lvl="0" indent="-285750">
              <a:buFont typeface="Wingdings" panose="05000000000000000000" pitchFamily="2" charset="2"/>
              <a:buChar char="Ø"/>
            </a:pPr>
            <a:r>
              <a:rPr lang="en-IN" dirty="0"/>
              <a:t>Bedrock Playground </a:t>
            </a:r>
          </a:p>
          <a:p>
            <a:pPr marL="285750" lvl="0" indent="-285750">
              <a:buFont typeface="Wingdings" panose="05000000000000000000" pitchFamily="2" charset="2"/>
              <a:buChar char="Ø"/>
            </a:pPr>
            <a:r>
              <a:rPr lang="en-IN" dirty="0"/>
              <a:t>Converse API </a:t>
            </a:r>
          </a:p>
          <a:p>
            <a:pPr marL="285750" lvl="0" indent="-285750">
              <a:buFont typeface="Wingdings" panose="05000000000000000000" pitchFamily="2" charset="2"/>
              <a:buChar char="Ø"/>
            </a:pPr>
            <a:r>
              <a:rPr lang="en-IN" dirty="0"/>
              <a:t>Foundation Models </a:t>
            </a:r>
          </a:p>
          <a:p>
            <a:pPr marL="285750" lvl="0" indent="-285750">
              <a:buFont typeface="Wingdings" panose="05000000000000000000" pitchFamily="2" charset="2"/>
              <a:buChar char="Ø"/>
            </a:pPr>
            <a:r>
              <a:rPr lang="en-IN" dirty="0"/>
              <a:t>Model Fine-Tuning</a:t>
            </a:r>
          </a:p>
          <a:p>
            <a:pPr lvl="0"/>
            <a:endParaRPr lang="en-IN" dirty="0"/>
          </a:p>
          <a:p>
            <a:r>
              <a:rPr lang="en-IN" dirty="0"/>
              <a:t>This presentation explores Amazon Bedrock tools and capabilities for experimenting with Generative AI models. It covers the Bedrock Playground, Converse API, foundation model fine-tuning, and Low-Rank Adaptation (</a:t>
            </a:r>
            <a:r>
              <a:rPr lang="en-IN" dirty="0" err="1"/>
              <a:t>LoRA</a:t>
            </a:r>
            <a:r>
              <a:rPr lang="en-IN" dirty="0"/>
              <a:t>) for customizing AI models.</a:t>
            </a:r>
          </a:p>
          <a:p>
            <a:pPr>
              <a:buFont typeface="Wingdings" panose="05000000000000000000" pitchFamily="2" charset="2"/>
              <a:buChar char="Ø"/>
            </a:pPr>
            <a:endParaRPr lang="en-IN" dirty="0"/>
          </a:p>
        </p:txBody>
      </p:sp>
      <p:pic>
        <p:nvPicPr>
          <p:cNvPr id="4" name="Picture 3" descr="Amazon Bedrock Playground is an interactive AWS platform for experimenting with various foundation models, including Amazon Nova and Anthropic Claude, without coding.&#10;&#10;AI-generated content may be incorrect.">
            <a:extLst>
              <a:ext uri="{FF2B5EF4-FFF2-40B4-BE49-F238E27FC236}">
                <a16:creationId xmlns:a16="http://schemas.microsoft.com/office/drawing/2014/main" id="{515B3686-FAF4-CDCB-74B0-2D903B7B3852}"/>
              </a:ext>
            </a:extLst>
          </p:cNvPr>
          <p:cNvPicPr>
            <a:picLocks noChangeAspect="1"/>
          </p:cNvPicPr>
          <p:nvPr/>
        </p:nvPicPr>
        <p:blipFill>
          <a:blip r:embed="rId2"/>
          <a:stretch>
            <a:fillRect/>
          </a:stretch>
        </p:blipFill>
        <p:spPr>
          <a:xfrm>
            <a:off x="5308375" y="1154965"/>
            <a:ext cx="5779761" cy="2640199"/>
          </a:xfrm>
          <a:prstGeom prst="rect">
            <a:avLst/>
          </a:prstGeom>
        </p:spPr>
      </p:pic>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Model Experimentation </a:t>
            </a:r>
          </a:p>
          <a:p>
            <a:pPr marL="285750" lvl="0" indent="-285750">
              <a:buFont typeface="Wingdings" panose="05000000000000000000" pitchFamily="2" charset="2"/>
              <a:buChar char="Ø"/>
            </a:pPr>
            <a:r>
              <a:rPr lang="en-IN" dirty="0"/>
              <a:t>Prompt Testing </a:t>
            </a:r>
          </a:p>
          <a:p>
            <a:pPr marL="285750" lvl="0" indent="-285750">
              <a:buFont typeface="Wingdings" panose="05000000000000000000" pitchFamily="2" charset="2"/>
              <a:buChar char="Ø"/>
            </a:pPr>
            <a:r>
              <a:rPr lang="en-IN" dirty="0"/>
              <a:t>AI Responses </a:t>
            </a:r>
          </a:p>
          <a:p>
            <a:pPr marL="285750" lvl="0" indent="-285750">
              <a:buFont typeface="Wingdings" panose="05000000000000000000" pitchFamily="2" charset="2"/>
              <a:buChar char="Ø"/>
            </a:pPr>
            <a:r>
              <a:rPr lang="en-IN" dirty="0"/>
              <a:t>Generative AI</a:t>
            </a:r>
          </a:p>
          <a:p>
            <a:pPr marL="342900" indent="-342900">
              <a:buFont typeface="Wingdings" panose="05000000000000000000" pitchFamily="2" charset="2"/>
              <a:buChar char="Ø"/>
            </a:pPr>
            <a:endParaRPr lang="en-US" dirty="0"/>
          </a:p>
          <a:p>
            <a:r>
              <a:rPr lang="en-US" b="1" dirty="0"/>
              <a:t>Description</a:t>
            </a:r>
          </a:p>
          <a:p>
            <a:endParaRPr lang="en-US" b="1" dirty="0"/>
          </a:p>
          <a:p>
            <a:r>
              <a:rPr lang="en-IN" dirty="0"/>
              <a:t>The Amazon Bedrock Playground provides an interactive environment for experimenting with foundation models. Users can enter prompts, test model responses, and explore Generative AI capabilities before integrating models into applications.</a:t>
            </a:r>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Hands-On with the Bedrock Playground</a:t>
            </a:r>
          </a:p>
        </p:txBody>
      </p:sp>
      <p:pic>
        <p:nvPicPr>
          <p:cNvPr id="4" name="Picture 3" descr="The Amazon Bedrock Playground interface allows users to test and experiment with various AI models, such as Amazon Nova Lite, for tasks like text generation, knowledge base creation, and prompt management.&#10;&#10;AI-generated content may be incorrect.">
            <a:extLst>
              <a:ext uri="{FF2B5EF4-FFF2-40B4-BE49-F238E27FC236}">
                <a16:creationId xmlns:a16="http://schemas.microsoft.com/office/drawing/2014/main" id="{8B9A0917-8F82-C0BD-EB0C-AEAAFE1AF97C}"/>
              </a:ext>
            </a:extLst>
          </p:cNvPr>
          <p:cNvPicPr>
            <a:picLocks noChangeAspect="1"/>
          </p:cNvPicPr>
          <p:nvPr/>
        </p:nvPicPr>
        <p:blipFill>
          <a:blip r:embed="rId2"/>
          <a:stretch>
            <a:fillRect/>
          </a:stretch>
        </p:blipFill>
        <p:spPr>
          <a:xfrm>
            <a:off x="5247861" y="1031516"/>
            <a:ext cx="5184250" cy="2673792"/>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1103864" y="1530048"/>
            <a:ext cx="8119649" cy="3416320"/>
          </a:xfrm>
          <a:prstGeom prst="rect">
            <a:avLst/>
          </a:prstGeom>
          <a:noFill/>
        </p:spPr>
        <p:txBody>
          <a:bodyPr wrap="square" rtlCol="0">
            <a:spAutoFit/>
          </a:bodyPr>
          <a:lstStyle/>
          <a:p>
            <a:r>
              <a:rPr lang="en-IN" b="1" dirty="0"/>
              <a:t>Core Components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Prompt Engineering </a:t>
            </a:r>
          </a:p>
          <a:p>
            <a:pPr marL="285750" lvl="0" indent="-285750">
              <a:buFont typeface="Wingdings" panose="05000000000000000000" pitchFamily="2" charset="2"/>
              <a:buChar char="Ø"/>
            </a:pPr>
            <a:r>
              <a:rPr lang="en-IN" dirty="0"/>
              <a:t>Model Testing </a:t>
            </a:r>
          </a:p>
          <a:p>
            <a:pPr marL="285750" lvl="0" indent="-285750">
              <a:buFont typeface="Wingdings" panose="05000000000000000000" pitchFamily="2" charset="2"/>
              <a:buChar char="Ø"/>
            </a:pPr>
            <a:r>
              <a:rPr lang="en-IN" dirty="0"/>
              <a:t>Response Evaluation </a:t>
            </a:r>
          </a:p>
          <a:p>
            <a:pPr marL="285750" lvl="0" indent="-285750">
              <a:buFont typeface="Wingdings" panose="05000000000000000000" pitchFamily="2" charset="2"/>
              <a:buChar char="Ø"/>
            </a:pPr>
            <a:r>
              <a:rPr lang="en-IN" dirty="0"/>
              <a:t>AI Experimentation</a:t>
            </a:r>
          </a:p>
          <a:p>
            <a:pPr marL="285750" indent="-285750">
              <a:buFont typeface="Wingdings" panose="05000000000000000000" pitchFamily="2" charset="2"/>
              <a:buChar char="Ø"/>
            </a:pPr>
            <a:endParaRPr lang="en-IN" dirty="0"/>
          </a:p>
          <a:p>
            <a:r>
              <a:rPr lang="en-IN" b="1" dirty="0"/>
              <a:t>Description</a:t>
            </a:r>
          </a:p>
          <a:p>
            <a:endParaRPr lang="en-IN" b="1" dirty="0"/>
          </a:p>
          <a:p>
            <a:r>
              <a:rPr lang="en-IN" dirty="0"/>
              <a:t>Prompt experimentation helps developers understand how foundation models respond to different instructions. Testing different prompts provides practical experience with model </a:t>
            </a:r>
            <a:r>
              <a:rPr lang="en-IN" dirty="0" err="1"/>
              <a:t>behavior</a:t>
            </a:r>
            <a:r>
              <a:rPr lang="en-IN" dirty="0"/>
              <a:t> and response quality.</a:t>
            </a:r>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237388"/>
            <a:ext cx="12192000" cy="968644"/>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Prompt Experimentation in Amazon Bedrock</a:t>
            </a:r>
          </a:p>
        </p:txBody>
      </p:sp>
      <p:pic>
        <p:nvPicPr>
          <p:cNvPr id="4" name="Picture 3" descr="The image illustrates the Prompt-to-Al-Response Workflow using Amazon Bedrock Playground, where users input prompts, select models like Amazon Nova, and receive responses to questions on renewable energy, which can be further adjusted and iterated for refined results.&#10;&#10;AI-generated content may be incorrect.">
            <a:extLst>
              <a:ext uri="{FF2B5EF4-FFF2-40B4-BE49-F238E27FC236}">
                <a16:creationId xmlns:a16="http://schemas.microsoft.com/office/drawing/2014/main" id="{7C3B9D37-9060-5D49-A233-1A5683C84CEB}"/>
              </a:ext>
            </a:extLst>
          </p:cNvPr>
          <p:cNvPicPr>
            <a:picLocks noChangeAspect="1"/>
          </p:cNvPicPr>
          <p:nvPr/>
        </p:nvPicPr>
        <p:blipFill>
          <a:blip r:embed="rId2"/>
          <a:stretch>
            <a:fillRect/>
          </a:stretch>
        </p:blipFill>
        <p:spPr>
          <a:xfrm>
            <a:off x="4890052" y="1367625"/>
            <a:ext cx="5510254" cy="2560320"/>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Amazon Bedrock Converse API</a:t>
            </a:r>
          </a:p>
        </p:txBody>
      </p:sp>
      <p:sp>
        <p:nvSpPr>
          <p:cNvPr id="8" name="TextBox 7">
            <a:extLst>
              <a:ext uri="{FF2B5EF4-FFF2-40B4-BE49-F238E27FC236}">
                <a16:creationId xmlns:a16="http://schemas.microsoft.com/office/drawing/2014/main" id="{58190787-969A-0913-6F9F-5B1310FC9333}"/>
              </a:ext>
            </a:extLst>
          </p:cNvPr>
          <p:cNvSpPr txBox="1"/>
          <p:nvPr/>
        </p:nvSpPr>
        <p:spPr>
          <a:xfrm>
            <a:off x="1103864" y="1530048"/>
            <a:ext cx="8119649" cy="3970318"/>
          </a:xfrm>
          <a:prstGeom prst="rect">
            <a:avLst/>
          </a:prstGeom>
          <a:noFill/>
        </p:spPr>
        <p:txBody>
          <a:bodyPr wrap="square" rtlCol="0">
            <a:spAutoFit/>
          </a:bodyPr>
          <a:lstStyle/>
          <a:p>
            <a:r>
              <a:rPr lang="en-IN" b="1" dirty="0"/>
              <a:t>Important Features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Conversational AI </a:t>
            </a:r>
          </a:p>
          <a:p>
            <a:pPr marL="285750" lvl="0" indent="-285750">
              <a:buFont typeface="Wingdings" panose="05000000000000000000" pitchFamily="2" charset="2"/>
              <a:buChar char="Ø"/>
            </a:pPr>
            <a:r>
              <a:rPr lang="en-IN" dirty="0"/>
              <a:t>API Integration </a:t>
            </a:r>
          </a:p>
          <a:p>
            <a:pPr marL="285750" lvl="0" indent="-285750">
              <a:buFont typeface="Wingdings" panose="05000000000000000000" pitchFamily="2" charset="2"/>
              <a:buChar char="Ø"/>
            </a:pPr>
            <a:r>
              <a:rPr lang="en-IN" dirty="0"/>
              <a:t>Foundation Models </a:t>
            </a:r>
          </a:p>
          <a:p>
            <a:pPr marL="285750" lvl="0" indent="-285750">
              <a:buFont typeface="Wingdings" panose="05000000000000000000" pitchFamily="2" charset="2"/>
              <a:buChar char="Ø"/>
            </a:pPr>
            <a:r>
              <a:rPr lang="en-IN" dirty="0"/>
              <a:t>Application Development</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r>
              <a:rPr lang="en-IN" b="1" dirty="0"/>
              <a:t>Description</a:t>
            </a:r>
          </a:p>
          <a:p>
            <a:endParaRPr lang="en-IN" b="1" dirty="0"/>
          </a:p>
          <a:p>
            <a:r>
              <a:rPr lang="en-IN" dirty="0"/>
              <a:t>The Amazon Bedrock Converse API provides a consistent interface for interacting with supported foundation models. It can be used to build conversational AI applications while simplifying communication with different models.</a:t>
            </a:r>
          </a:p>
        </p:txBody>
      </p:sp>
      <p:pic>
        <p:nvPicPr>
          <p:cNvPr id="4" name="Picture 3" descr="The Amazon Bedrock Converse API architecture is a unified interface for interacting with various foundation models, offering features like text, image, and multimodal support, and providing a consistent response format through HTTPS REST API, SDKs, and CLI tools.&#10;&#10;AI-generated content may be incorrect.">
            <a:extLst>
              <a:ext uri="{FF2B5EF4-FFF2-40B4-BE49-F238E27FC236}">
                <a16:creationId xmlns:a16="http://schemas.microsoft.com/office/drawing/2014/main" id="{B2FB750B-15E2-FA01-BEA3-EAE2EE095572}"/>
              </a:ext>
            </a:extLst>
          </p:cNvPr>
          <p:cNvPicPr>
            <a:picLocks noChangeAspect="1"/>
          </p:cNvPicPr>
          <p:nvPr/>
        </p:nvPicPr>
        <p:blipFill>
          <a:blip r:embed="rId2"/>
          <a:stretch>
            <a:fillRect/>
          </a:stretch>
        </p:blipFill>
        <p:spPr>
          <a:xfrm>
            <a:off x="4961612" y="962107"/>
            <a:ext cx="5677233" cy="3093057"/>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A729299-2ACE-58EE-C6A2-9612CF07C785}"/>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Benefits of the Converse API</a:t>
            </a:r>
          </a:p>
        </p:txBody>
      </p:sp>
      <p:sp>
        <p:nvSpPr>
          <p:cNvPr id="8" name="TextBox 7">
            <a:extLst>
              <a:ext uri="{FF2B5EF4-FFF2-40B4-BE49-F238E27FC236}">
                <a16:creationId xmlns:a16="http://schemas.microsoft.com/office/drawing/2014/main" id="{C7513FB3-E6AA-239A-7A9B-384CC113B573}"/>
              </a:ext>
            </a:extLst>
          </p:cNvPr>
          <p:cNvSpPr txBox="1"/>
          <p:nvPr/>
        </p:nvSpPr>
        <p:spPr>
          <a:xfrm>
            <a:off x="1103864" y="1530048"/>
            <a:ext cx="8119649" cy="3416320"/>
          </a:xfrm>
          <a:prstGeom prst="rect">
            <a:avLst/>
          </a:prstGeom>
          <a:noFill/>
        </p:spPr>
        <p:txBody>
          <a:bodyPr wrap="square" rtlCol="0">
            <a:spAutoFit/>
          </a:bodyPr>
          <a:lstStyle/>
          <a:p>
            <a:r>
              <a:rPr lang="en-IN" b="1" dirty="0"/>
              <a:t>AWS AI Services</a:t>
            </a:r>
          </a:p>
          <a:p>
            <a:endParaRPr lang="en-IN" b="1" dirty="0"/>
          </a:p>
          <a:p>
            <a:pPr marL="285750" lvl="0" indent="-285750">
              <a:buFont typeface="Wingdings" panose="05000000000000000000" pitchFamily="2" charset="2"/>
              <a:buChar char="Ø"/>
            </a:pPr>
            <a:r>
              <a:rPr lang="en-IN" dirty="0"/>
              <a:t>Consistent Interface </a:t>
            </a:r>
          </a:p>
          <a:p>
            <a:pPr marL="285750" lvl="0" indent="-285750">
              <a:buFont typeface="Wingdings" panose="05000000000000000000" pitchFamily="2" charset="2"/>
              <a:buChar char="Ø"/>
            </a:pPr>
            <a:r>
              <a:rPr lang="en-IN" dirty="0"/>
              <a:t>Multi-Model Support </a:t>
            </a:r>
          </a:p>
          <a:p>
            <a:pPr marL="285750" lvl="0" indent="-285750">
              <a:buFont typeface="Wingdings" panose="05000000000000000000" pitchFamily="2" charset="2"/>
              <a:buChar char="Ø"/>
            </a:pPr>
            <a:r>
              <a:rPr lang="en-IN" dirty="0"/>
              <a:t>Conversational Applications </a:t>
            </a:r>
          </a:p>
          <a:p>
            <a:pPr marL="285750" lvl="0" indent="-285750">
              <a:buFont typeface="Wingdings" panose="05000000000000000000" pitchFamily="2" charset="2"/>
              <a:buChar char="Ø"/>
            </a:pPr>
            <a:r>
              <a:rPr lang="en-IN" dirty="0"/>
              <a:t>API-Based Access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r>
              <a:rPr lang="en-IN" b="1" dirty="0"/>
              <a:t>Description</a:t>
            </a:r>
          </a:p>
          <a:p>
            <a:r>
              <a:rPr lang="en-IN" dirty="0"/>
              <a:t>The Converse API helps developers interact with supported foundation models through a common interface. This simplifies application development and supports conversational AI use cases.</a:t>
            </a:r>
          </a:p>
        </p:txBody>
      </p:sp>
      <p:pic>
        <p:nvPicPr>
          <p:cNvPr id="4" name="Picture 3" descr="The diagram illustrates an integrated system architecture involving various AWS services such as AWS WAF, CloudFront, S3 Bucket, LLM, API Gateway, Amazon Bedrock, Cognito, and others, showcasing their interconnections for a conversational AI platform.&#10;&#10;AI-generated content may be incorrect.">
            <a:extLst>
              <a:ext uri="{FF2B5EF4-FFF2-40B4-BE49-F238E27FC236}">
                <a16:creationId xmlns:a16="http://schemas.microsoft.com/office/drawing/2014/main" id="{E5A1DC70-6FFB-652C-5A48-BBC412D73DAA}"/>
              </a:ext>
            </a:extLst>
          </p:cNvPr>
          <p:cNvPicPr>
            <a:picLocks noChangeAspect="1"/>
          </p:cNvPicPr>
          <p:nvPr/>
        </p:nvPicPr>
        <p:blipFill>
          <a:blip r:embed="rId2"/>
          <a:stretch>
            <a:fillRect/>
          </a:stretch>
        </p:blipFill>
        <p:spPr>
          <a:xfrm>
            <a:off x="5163688" y="1041621"/>
            <a:ext cx="4580303" cy="2711395"/>
          </a:xfrm>
          <a:prstGeom prst="rect">
            <a:avLst/>
          </a:prstGeom>
        </p:spPr>
      </p:pic>
    </p:spTree>
    <p:extLst>
      <p:ext uri="{BB962C8B-B14F-4D97-AF65-F5344CB8AC3E}">
        <p14:creationId xmlns:p14="http://schemas.microsoft.com/office/powerpoint/2010/main" val="67338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E9BB1F-D11A-87CE-826B-6EC136FE52B4}"/>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Foundation Model Fine-Tuning</a:t>
            </a:r>
          </a:p>
        </p:txBody>
      </p:sp>
      <p:sp>
        <p:nvSpPr>
          <p:cNvPr id="8" name="TextBox 7">
            <a:extLst>
              <a:ext uri="{FF2B5EF4-FFF2-40B4-BE49-F238E27FC236}">
                <a16:creationId xmlns:a16="http://schemas.microsoft.com/office/drawing/2014/main" id="{5A15F547-5740-9FD8-A1BB-400740D9130A}"/>
              </a:ext>
            </a:extLst>
          </p:cNvPr>
          <p:cNvSpPr txBox="1"/>
          <p:nvPr/>
        </p:nvSpPr>
        <p:spPr>
          <a:xfrm>
            <a:off x="1103864" y="1530048"/>
            <a:ext cx="8119649" cy="3416320"/>
          </a:xfrm>
          <a:prstGeom prst="rect">
            <a:avLst/>
          </a:prstGeom>
          <a:noFill/>
        </p:spPr>
        <p:txBody>
          <a:bodyPr wrap="square" rtlCol="0">
            <a:spAutoFit/>
          </a:bodyPr>
          <a:lstStyle/>
          <a:p>
            <a:r>
              <a:rPr lang="en-US" b="1" dirty="0"/>
              <a:t>Learning Activities</a:t>
            </a:r>
          </a:p>
          <a:p>
            <a:pPr marL="285750" indent="-285750">
              <a:buFont typeface="Wingdings" panose="05000000000000000000" pitchFamily="2" charset="2"/>
              <a:buChar char="Ø"/>
            </a:pPr>
            <a:endParaRPr lang="en-US" b="1" dirty="0"/>
          </a:p>
          <a:p>
            <a:pPr marL="285750" lvl="0" indent="-285750">
              <a:buFont typeface="Wingdings" panose="05000000000000000000" pitchFamily="2" charset="2"/>
              <a:buChar char="Ø"/>
            </a:pPr>
            <a:r>
              <a:rPr lang="en-IN" dirty="0"/>
              <a:t>Model Customization </a:t>
            </a:r>
          </a:p>
          <a:p>
            <a:pPr marL="285750" lvl="0" indent="-285750">
              <a:buFont typeface="Wingdings" panose="05000000000000000000" pitchFamily="2" charset="2"/>
              <a:buChar char="Ø"/>
            </a:pPr>
            <a:r>
              <a:rPr lang="en-IN" dirty="0"/>
              <a:t>Training Data </a:t>
            </a:r>
          </a:p>
          <a:p>
            <a:pPr marL="285750" lvl="0" indent="-285750">
              <a:buFont typeface="Wingdings" panose="05000000000000000000" pitchFamily="2" charset="2"/>
              <a:buChar char="Ø"/>
            </a:pPr>
            <a:r>
              <a:rPr lang="en-IN" dirty="0"/>
              <a:t>Domain Knowledge </a:t>
            </a:r>
          </a:p>
          <a:p>
            <a:pPr marL="285750" lvl="0" indent="-285750">
              <a:buFont typeface="Wingdings" panose="05000000000000000000" pitchFamily="2" charset="2"/>
              <a:buChar char="Ø"/>
            </a:pPr>
            <a:r>
              <a:rPr lang="en-IN" dirty="0"/>
              <a:t>Improved Responses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r>
              <a:rPr lang="en-US" b="1" dirty="0"/>
              <a:t>Description</a:t>
            </a:r>
          </a:p>
          <a:p>
            <a:r>
              <a:rPr lang="en-IN" dirty="0"/>
              <a:t>Fine-tuning allows a foundation model to be adapted using additional training data for specific requirements. It can help customize model </a:t>
            </a:r>
            <a:r>
              <a:rPr lang="en-IN" dirty="0" err="1"/>
              <a:t>behavior</a:t>
            </a:r>
            <a:r>
              <a:rPr lang="en-IN" dirty="0"/>
              <a:t> for particular domains, tasks, and application needs.</a:t>
            </a:r>
          </a:p>
        </p:txBody>
      </p:sp>
      <p:pic>
        <p:nvPicPr>
          <p:cNvPr id="4" name="Picture 3" descr="The image illustrates a workflow diagram for fine-tuning a foundation model using Amazon Bedrock, showing steps from preparing labeled data, uploading to Amazon S3, to monitoring and validating the fine-tuned model in an application.&#10;&#10;AI-generated content may be incorrect.">
            <a:extLst>
              <a:ext uri="{FF2B5EF4-FFF2-40B4-BE49-F238E27FC236}">
                <a16:creationId xmlns:a16="http://schemas.microsoft.com/office/drawing/2014/main" id="{E9DAB218-8799-4173-FBE8-0EDDFAFFFBA1}"/>
              </a:ext>
            </a:extLst>
          </p:cNvPr>
          <p:cNvPicPr>
            <a:picLocks noChangeAspect="1"/>
          </p:cNvPicPr>
          <p:nvPr/>
        </p:nvPicPr>
        <p:blipFill>
          <a:blip r:embed="rId2"/>
          <a:stretch>
            <a:fillRect/>
          </a:stretch>
        </p:blipFill>
        <p:spPr>
          <a:xfrm>
            <a:off x="4227606" y="1067463"/>
            <a:ext cx="7182515" cy="2725309"/>
          </a:xfrm>
          <a:prstGeom prst="rect">
            <a:avLst/>
          </a:prstGeom>
        </p:spPr>
      </p:pic>
    </p:spTree>
    <p:extLst>
      <p:ext uri="{BB962C8B-B14F-4D97-AF65-F5344CB8AC3E}">
        <p14:creationId xmlns:p14="http://schemas.microsoft.com/office/powerpoint/2010/main" val="18597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AB10154-5B1F-CDF6-8A0B-5907AA107CB2}"/>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Fine-Tuning Process</a:t>
            </a:r>
          </a:p>
        </p:txBody>
      </p:sp>
      <p:sp>
        <p:nvSpPr>
          <p:cNvPr id="8" name="TextBox 7">
            <a:extLst>
              <a:ext uri="{FF2B5EF4-FFF2-40B4-BE49-F238E27FC236}">
                <a16:creationId xmlns:a16="http://schemas.microsoft.com/office/drawing/2014/main" id="{8556B45E-E369-FDDD-CF47-5215D36249D5}"/>
              </a:ext>
            </a:extLst>
          </p:cNvPr>
          <p:cNvSpPr txBox="1"/>
          <p:nvPr/>
        </p:nvSpPr>
        <p:spPr>
          <a:xfrm>
            <a:off x="1103864" y="1530048"/>
            <a:ext cx="8119649" cy="3139321"/>
          </a:xfrm>
          <a:prstGeom prst="rect">
            <a:avLst/>
          </a:prstGeom>
          <a:noFill/>
        </p:spPr>
        <p:txBody>
          <a:bodyPr wrap="square" rtlCol="0">
            <a:spAutoFit/>
          </a:bodyPr>
          <a:lstStyle/>
          <a:p>
            <a:r>
              <a:rPr lang="en-IN" b="1" dirty="0"/>
              <a:t>Main Features</a:t>
            </a:r>
          </a:p>
          <a:p>
            <a:endParaRPr lang="en-IN" b="1" dirty="0"/>
          </a:p>
          <a:p>
            <a:pPr marL="285750" lvl="0" indent="-285750">
              <a:buFont typeface="Wingdings" panose="05000000000000000000" pitchFamily="2" charset="2"/>
              <a:buChar char="Ø"/>
            </a:pPr>
            <a:r>
              <a:rPr lang="en-IN" dirty="0"/>
              <a:t>Prepare Training Data </a:t>
            </a:r>
          </a:p>
          <a:p>
            <a:pPr marL="285750" lvl="0" indent="-285750">
              <a:buFont typeface="Wingdings" panose="05000000000000000000" pitchFamily="2" charset="2"/>
              <a:buChar char="Ø"/>
            </a:pPr>
            <a:r>
              <a:rPr lang="en-IN" dirty="0"/>
              <a:t>Select Foundation Model </a:t>
            </a:r>
          </a:p>
          <a:p>
            <a:pPr marL="285750" lvl="0" indent="-285750">
              <a:buFont typeface="Wingdings" panose="05000000000000000000" pitchFamily="2" charset="2"/>
              <a:buChar char="Ø"/>
            </a:pPr>
            <a:r>
              <a:rPr lang="en-IN" dirty="0"/>
              <a:t>Fine-Tune Model </a:t>
            </a:r>
          </a:p>
          <a:p>
            <a:pPr marL="285750" lvl="0" indent="-285750">
              <a:buFont typeface="Wingdings" panose="05000000000000000000" pitchFamily="2" charset="2"/>
              <a:buChar char="Ø"/>
            </a:pPr>
            <a:r>
              <a:rPr lang="en-IN" dirty="0"/>
              <a:t>Evaluate Results</a:t>
            </a:r>
          </a:p>
          <a:p>
            <a:pPr marL="285750" indent="-285750">
              <a:buFont typeface="Wingdings" panose="05000000000000000000" pitchFamily="2" charset="2"/>
              <a:buChar char="Ø"/>
            </a:pPr>
            <a:endParaRPr lang="en-IN" dirty="0"/>
          </a:p>
          <a:p>
            <a:r>
              <a:rPr lang="en-IN" b="1" dirty="0"/>
              <a:t>Description</a:t>
            </a:r>
          </a:p>
          <a:p>
            <a:r>
              <a:rPr lang="en-IN" dirty="0"/>
              <a:t>The fine-tuning process involves preparing suitable training data, selecting a foundation model, performing additional training, and evaluating the resulting model for the intended application.</a:t>
            </a:r>
          </a:p>
        </p:txBody>
      </p:sp>
      <p:pic>
        <p:nvPicPr>
          <p:cNvPr id="4" name="Picture 3" descr="The diagram illustrates a data preparation process for machine learning, involving Amazon services like Sagemaker, Bedrock, and S3, including steps like finetuning, hosting, and evaluation, with a focus on JSON data and accuracy metrics.&#10;&#10;AI-generated content may be incorrect.">
            <a:extLst>
              <a:ext uri="{FF2B5EF4-FFF2-40B4-BE49-F238E27FC236}">
                <a16:creationId xmlns:a16="http://schemas.microsoft.com/office/drawing/2014/main" id="{939A4C00-4F5A-6A7C-32ED-799CD6597550}"/>
              </a:ext>
            </a:extLst>
          </p:cNvPr>
          <p:cNvPicPr>
            <a:picLocks noChangeAspect="1"/>
          </p:cNvPicPr>
          <p:nvPr/>
        </p:nvPicPr>
        <p:blipFill>
          <a:blip r:embed="rId2"/>
          <a:stretch>
            <a:fillRect/>
          </a:stretch>
        </p:blipFill>
        <p:spPr>
          <a:xfrm>
            <a:off x="4587901" y="1020438"/>
            <a:ext cx="5868064" cy="2702760"/>
          </a:xfrm>
          <a:prstGeom prst="rect">
            <a:avLst/>
          </a:prstGeom>
        </p:spPr>
      </p:pic>
    </p:spTree>
    <p:extLst>
      <p:ext uri="{BB962C8B-B14F-4D97-AF65-F5344CB8AC3E}">
        <p14:creationId xmlns:p14="http://schemas.microsoft.com/office/powerpoint/2010/main" val="3324089155"/>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2.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242</TotalTime>
  <Words>354</Words>
  <Application>Microsoft Office PowerPoint</Application>
  <PresentationFormat>Widescreen</PresentationFormat>
  <Paragraphs>80</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Neue Haas Grotesk Text Pro</vt:lpstr>
      <vt:lpstr>Wingdings</vt:lpstr>
      <vt:lpstr>OasisVTI</vt:lpstr>
      <vt:lpstr>PowerPoint Presentation</vt:lpstr>
      <vt:lpstr>Amazon Bedrock Playground, Converse API &amp; Model Fine-Tuning</vt:lpstr>
      <vt:lpstr>Hands-On with the Bedrock Playground</vt:lpstr>
      <vt:lpstr>Prompt Experimentation in Amazon Bedrock</vt:lpstr>
      <vt:lpstr>Amazon Bedrock Converse API</vt:lpstr>
      <vt:lpstr>Benefits of the Converse API</vt:lpstr>
      <vt:lpstr>Foundation Model Fine-Tuning</vt:lpstr>
      <vt:lpstr>Fine-Tuning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2026-09-18T02:11:09Z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