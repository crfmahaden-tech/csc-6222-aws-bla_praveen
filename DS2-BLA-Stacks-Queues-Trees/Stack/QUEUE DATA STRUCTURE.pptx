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1"/>
  </p:notesMasterIdLst>
  <p:sldIdLst>
    <p:sldId id="2767" r:id="rId5"/>
    <p:sldId id="2768" r:id="rId6"/>
    <p:sldId id="2769" r:id="rId7"/>
    <p:sldId id="2770" r:id="rId8"/>
    <p:sldId id="2771" r:id="rId9"/>
    <p:sldId id="27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B0404-C324-442B-82A1-CA115304B6DD}" v="25" dt="2026-09-23T00:32:42.654"/>
    <p1510:client id="{50C237C2-48F3-4DD9-A57D-40DBAA151FC4}" v="22" dt="2026-09-23T03:58:49.7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95"/>
  </p:normalViewPr>
  <p:slideViewPr>
    <p:cSldViewPr snapToGrid="0">
      <p:cViewPr>
        <p:scale>
          <a:sx n="120" d="100"/>
          <a:sy n="120" d="100"/>
        </p:scale>
        <p:origin x="1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 Mahadeva" userId="2d3d2e38f9c357bf" providerId="LiveId" clId="{89A268DB-4518-41DC-B1E4-35446A2DC78F}"/>
    <pc:docChg chg="undo redo custSel addSld delSld modSld">
      <pc:chgData name="Naga Mahadeva" userId="2d3d2e38f9c357bf" providerId="LiveId" clId="{89A268DB-4518-41DC-B1E4-35446A2DC78F}" dt="2026-09-23T03:59:16.975" v="772" actId="47"/>
      <pc:docMkLst>
        <pc:docMk/>
      </pc:docMkLst>
      <pc:sldChg chg="addSp modSp mod">
        <pc:chgData name="Naga Mahadeva" userId="2d3d2e38f9c357bf" providerId="LiveId" clId="{89A268DB-4518-41DC-B1E4-35446A2DC78F}" dt="2026-09-23T01:12:09.356" v="658"/>
        <pc:sldMkLst>
          <pc:docMk/>
          <pc:sldMk cId="4182614578" sldId="2767"/>
        </pc:sldMkLst>
        <pc:spChg chg="mod">
          <ac:chgData name="Naga Mahadeva" userId="2d3d2e38f9c357bf" providerId="LiveId" clId="{89A268DB-4518-41DC-B1E4-35446A2DC78F}" dt="2026-09-23T01:12:09.356" v="658"/>
          <ac:spMkLst>
            <pc:docMk/>
            <pc:sldMk cId="4182614578" sldId="2767"/>
            <ac:spMk id="3" creationId="{7604D864-A6BD-C75F-9B88-BAB58775ABDD}"/>
          </ac:spMkLst>
        </pc:spChg>
      </pc:sldChg>
      <pc:sldChg chg="addSp delSp modSp mod">
        <pc:chgData name="Naga Mahadeva" userId="2d3d2e38f9c357bf" providerId="LiveId" clId="{89A268DB-4518-41DC-B1E4-35446A2DC78F}" dt="2026-09-23T01:11:49.830" v="656"/>
        <pc:sldMkLst>
          <pc:docMk/>
          <pc:sldMk cId="2523674139" sldId="2768"/>
        </pc:sldMkLst>
        <pc:spChg chg="add mod">
          <ac:chgData name="Naga Mahadeva" userId="2d3d2e38f9c357bf" providerId="LiveId" clId="{89A268DB-4518-41DC-B1E4-35446A2DC78F}" dt="2026-09-23T01:10:08.466" v="651" actId="20577"/>
          <ac:spMkLst>
            <pc:docMk/>
            <pc:sldMk cId="2523674139" sldId="2768"/>
            <ac:spMk id="2" creationId="{D6CBD175-0D1A-20B5-0536-A0071865B60A}"/>
          </ac:spMkLst>
        </pc:spChg>
        <pc:spChg chg="mod">
          <ac:chgData name="Naga Mahadeva" userId="2d3d2e38f9c357bf" providerId="LiveId" clId="{89A268DB-4518-41DC-B1E4-35446A2DC78F}" dt="2026-09-23T01:11:49.830" v="656"/>
          <ac:spMkLst>
            <pc:docMk/>
            <pc:sldMk cId="2523674139" sldId="2768"/>
            <ac:spMk id="7" creationId="{28F859CA-7C72-396B-A011-01E1A52FC6AE}"/>
          </ac:spMkLst>
        </pc:spChg>
        <pc:spChg chg="mod">
          <ac:chgData name="Naga Mahadeva" userId="2d3d2e38f9c357bf" providerId="LiveId" clId="{89A268DB-4518-41DC-B1E4-35446A2DC78F}" dt="2026-09-23T01:09:10.688" v="640"/>
          <ac:spMkLst>
            <pc:docMk/>
            <pc:sldMk cId="2523674139" sldId="2768"/>
            <ac:spMk id="9" creationId="{40ADE7B3-947E-7624-EAA2-7BD216246076}"/>
          </ac:spMkLst>
        </pc:spChg>
        <pc:picChg chg="add mod">
          <ac:chgData name="Naga Mahadeva" userId="2d3d2e38f9c357bf" providerId="LiveId" clId="{89A268DB-4518-41DC-B1E4-35446A2DC78F}" dt="2026-09-23T01:11:25.438" v="655" actId="1076"/>
          <ac:picMkLst>
            <pc:docMk/>
            <pc:sldMk cId="2523674139" sldId="2768"/>
            <ac:picMk id="4" creationId="{3FD0DC45-52BC-0D8B-FF27-4C6E68E97962}"/>
          </ac:picMkLst>
        </pc:picChg>
        <pc:picChg chg="add del mod">
          <ac:chgData name="Naga Mahadeva" userId="2d3d2e38f9c357bf" providerId="LiveId" clId="{89A268DB-4518-41DC-B1E4-35446A2DC78F}" dt="2026-09-23T00:19:42.192" v="370" actId="478"/>
          <ac:picMkLst>
            <pc:docMk/>
            <pc:sldMk cId="2523674139" sldId="2768"/>
            <ac:picMk id="4" creationId="{515B3686-FAF4-CDCB-74B0-2D903B7B3852}"/>
          </ac:picMkLst>
        </pc:picChg>
      </pc:sldChg>
      <pc:sldChg chg="addSp delSp modSp mod">
        <pc:chgData name="Naga Mahadeva" userId="2d3d2e38f9c357bf" providerId="LiveId" clId="{89A268DB-4518-41DC-B1E4-35446A2DC78F}" dt="2026-09-23T01:13:59.725" v="691" actId="27614"/>
        <pc:sldMkLst>
          <pc:docMk/>
          <pc:sldMk cId="501066885" sldId="2769"/>
        </pc:sldMkLst>
        <pc:spChg chg="add del mod">
          <ac:chgData name="Naga Mahadeva" userId="2d3d2e38f9c357bf" providerId="LiveId" clId="{89A268DB-4518-41DC-B1E4-35446A2DC78F}" dt="2026-09-23T00:24:17.944" v="488"/>
          <ac:spMkLst>
            <pc:docMk/>
            <pc:sldMk cId="501066885" sldId="2769"/>
            <ac:spMk id="2" creationId="{3B918290-24C2-C3F4-C0E1-AFEF78A3309D}"/>
          </ac:spMkLst>
        </pc:spChg>
        <pc:spChg chg="add del mod">
          <ac:chgData name="Naga Mahadeva" userId="2d3d2e38f9c357bf" providerId="LiveId" clId="{89A268DB-4518-41DC-B1E4-35446A2DC78F}" dt="2026-09-23T00:24:22.246" v="490" actId="478"/>
          <ac:spMkLst>
            <pc:docMk/>
            <pc:sldMk cId="501066885" sldId="2769"/>
            <ac:spMk id="3" creationId="{AC41EA17-B4A3-22AB-F782-C026E7766745}"/>
          </ac:spMkLst>
        </pc:spChg>
        <pc:spChg chg="mod">
          <ac:chgData name="Naga Mahadeva" userId="2d3d2e38f9c357bf" providerId="LiveId" clId="{89A268DB-4518-41DC-B1E4-35446A2DC78F}" dt="2026-09-23T01:13:30.049" v="687"/>
          <ac:spMkLst>
            <pc:docMk/>
            <pc:sldMk cId="501066885" sldId="2769"/>
            <ac:spMk id="7" creationId="{C78C6B7F-085C-9294-EFAC-03451D3A03E5}"/>
          </ac:spMkLst>
        </pc:spChg>
        <pc:spChg chg="mod">
          <ac:chgData name="Naga Mahadeva" userId="2d3d2e38f9c357bf" providerId="LiveId" clId="{89A268DB-4518-41DC-B1E4-35446A2DC78F}" dt="2026-09-23T01:12:37.026" v="659"/>
          <ac:spMkLst>
            <pc:docMk/>
            <pc:sldMk cId="501066885" sldId="2769"/>
            <ac:spMk id="9" creationId="{D9CB54BA-DE5C-EB6E-FBFE-20BF50F8B8CA}"/>
          </ac:spMkLst>
        </pc:spChg>
        <pc:picChg chg="add mod">
          <ac:chgData name="Naga Mahadeva" userId="2d3d2e38f9c357bf" providerId="LiveId" clId="{89A268DB-4518-41DC-B1E4-35446A2DC78F}" dt="2026-09-23T01:13:59.725" v="691" actId="27614"/>
          <ac:picMkLst>
            <pc:docMk/>
            <pc:sldMk cId="501066885" sldId="2769"/>
            <ac:picMk id="3" creationId="{7E0A04F9-828F-18FD-017B-4F14FF837D95}"/>
          </ac:picMkLst>
        </pc:picChg>
        <pc:picChg chg="add del mod">
          <ac:chgData name="Naga Mahadeva" userId="2d3d2e38f9c357bf" providerId="LiveId" clId="{89A268DB-4518-41DC-B1E4-35446A2DC78F}" dt="2026-09-23T00:22:58.399" v="477" actId="478"/>
          <ac:picMkLst>
            <pc:docMk/>
            <pc:sldMk cId="501066885" sldId="2769"/>
            <ac:picMk id="4" creationId="{8B9A0917-8F82-C0BD-EB0C-AEAAFE1AF97C}"/>
          </ac:picMkLst>
        </pc:picChg>
        <pc:picChg chg="add del mod">
          <ac:chgData name="Naga Mahadeva" userId="2d3d2e38f9c357bf" providerId="LiveId" clId="{89A268DB-4518-41DC-B1E4-35446A2DC78F}" dt="2026-09-23T01:13:33.187" v="688" actId="478"/>
          <ac:picMkLst>
            <pc:docMk/>
            <pc:sldMk cId="501066885" sldId="2769"/>
            <ac:picMk id="6" creationId="{781DA281-46AA-7BBF-9BDF-54805A6B7711}"/>
          </ac:picMkLst>
        </pc:picChg>
      </pc:sldChg>
      <pc:sldChg chg="addSp delSp modSp mod">
        <pc:chgData name="Naga Mahadeva" userId="2d3d2e38f9c357bf" providerId="LiveId" clId="{89A268DB-4518-41DC-B1E4-35446A2DC78F}" dt="2026-09-23T03:53:42.016" v="726" actId="1076"/>
        <pc:sldMkLst>
          <pc:docMk/>
          <pc:sldMk cId="1992267581" sldId="2770"/>
        </pc:sldMkLst>
        <pc:spChg chg="mod">
          <ac:chgData name="Naga Mahadeva" userId="2d3d2e38f9c357bf" providerId="LiveId" clId="{89A268DB-4518-41DC-B1E4-35446A2DC78F}" dt="2026-09-23T03:53:28.105" v="722" actId="1076"/>
          <ac:spMkLst>
            <pc:docMk/>
            <pc:sldMk cId="1992267581" sldId="2770"/>
            <ac:spMk id="7" creationId="{AB72A493-14A7-8A96-4441-F4832FBFAAE1}"/>
          </ac:spMkLst>
        </pc:spChg>
        <pc:spChg chg="mod">
          <ac:chgData name="Naga Mahadeva" userId="2d3d2e38f9c357bf" providerId="LiveId" clId="{89A268DB-4518-41DC-B1E4-35446A2DC78F}" dt="2026-09-23T03:50:44.395" v="692"/>
          <ac:spMkLst>
            <pc:docMk/>
            <pc:sldMk cId="1992267581" sldId="2770"/>
            <ac:spMk id="9" creationId="{75925430-0878-B328-D60C-3C46E3A35A8E}"/>
          </ac:spMkLst>
        </pc:spChg>
        <pc:spChg chg="add mod">
          <ac:chgData name="Naga Mahadeva" userId="2d3d2e38f9c357bf" providerId="LiveId" clId="{89A268DB-4518-41DC-B1E4-35446A2DC78F}" dt="2026-09-23T03:53:42.016" v="726" actId="1076"/>
          <ac:spMkLst>
            <pc:docMk/>
            <pc:sldMk cId="1992267581" sldId="2770"/>
            <ac:spMk id="13" creationId="{6048ACBB-DA7C-1020-5E50-E75292990167}"/>
          </ac:spMkLst>
        </pc:spChg>
        <pc:picChg chg="add del mod">
          <ac:chgData name="Naga Mahadeva" userId="2d3d2e38f9c357bf" providerId="LiveId" clId="{89A268DB-4518-41DC-B1E4-35446A2DC78F}" dt="2026-09-23T03:51:56.441" v="704" actId="478"/>
          <ac:picMkLst>
            <pc:docMk/>
            <pc:sldMk cId="1992267581" sldId="2770"/>
            <ac:picMk id="3" creationId="{8C55EDD8-2BBE-F536-BACB-E4BBC5DF3521}"/>
          </ac:picMkLst>
        </pc:picChg>
        <pc:picChg chg="add del mod">
          <ac:chgData name="Naga Mahadeva" userId="2d3d2e38f9c357bf" providerId="LiveId" clId="{89A268DB-4518-41DC-B1E4-35446A2DC78F}" dt="2026-09-23T00:24:49.197" v="499" actId="478"/>
          <ac:picMkLst>
            <pc:docMk/>
            <pc:sldMk cId="1992267581" sldId="2770"/>
            <ac:picMk id="4" creationId="{7C3B9D37-9060-5D49-A233-1A5683C84CEB}"/>
          </ac:picMkLst>
        </pc:picChg>
        <pc:picChg chg="add mod">
          <ac:chgData name="Naga Mahadeva" userId="2d3d2e38f9c357bf" providerId="LiveId" clId="{89A268DB-4518-41DC-B1E4-35446A2DC78F}" dt="2026-09-23T03:51:25.531" v="699" actId="27614"/>
          <ac:picMkLst>
            <pc:docMk/>
            <pc:sldMk cId="1992267581" sldId="2770"/>
            <ac:picMk id="4" creationId="{9CD89E0D-CD89-3177-4FA9-81368542BFF7}"/>
          </ac:picMkLst>
        </pc:picChg>
        <pc:picChg chg="add del mod">
          <ac:chgData name="Naga Mahadeva" userId="2d3d2e38f9c357bf" providerId="LiveId" clId="{89A268DB-4518-41DC-B1E4-35446A2DC78F}" dt="2026-09-23T03:51:58.243" v="705" actId="478"/>
          <ac:picMkLst>
            <pc:docMk/>
            <pc:sldMk cId="1992267581" sldId="2770"/>
            <ac:picMk id="6" creationId="{E5CFC7B9-268C-0008-5C56-57E26DF8A815}"/>
          </ac:picMkLst>
        </pc:picChg>
        <pc:picChg chg="add mod">
          <ac:chgData name="Naga Mahadeva" userId="2d3d2e38f9c357bf" providerId="LiveId" clId="{89A268DB-4518-41DC-B1E4-35446A2DC78F}" dt="2026-09-23T03:52:24.833" v="710" actId="27614"/>
          <ac:picMkLst>
            <pc:docMk/>
            <pc:sldMk cId="1992267581" sldId="2770"/>
            <ac:picMk id="8" creationId="{DE07FBED-D387-8153-0FD9-814B395F556D}"/>
          </ac:picMkLst>
        </pc:picChg>
        <pc:picChg chg="add del mod">
          <ac:chgData name="Naga Mahadeva" userId="2d3d2e38f9c357bf" providerId="LiveId" clId="{89A268DB-4518-41DC-B1E4-35446A2DC78F}" dt="2026-09-23T03:51:15.278" v="694" actId="478"/>
          <ac:picMkLst>
            <pc:docMk/>
            <pc:sldMk cId="1992267581" sldId="2770"/>
            <ac:picMk id="10" creationId="{D0D99558-B415-3990-6B96-BE5995815F16}"/>
          </ac:picMkLst>
        </pc:picChg>
        <pc:picChg chg="add mod">
          <ac:chgData name="Naga Mahadeva" userId="2d3d2e38f9c357bf" providerId="LiveId" clId="{89A268DB-4518-41DC-B1E4-35446A2DC78F}" dt="2026-09-23T03:52:54.308" v="716" actId="27614"/>
          <ac:picMkLst>
            <pc:docMk/>
            <pc:sldMk cId="1992267581" sldId="2770"/>
            <ac:picMk id="12" creationId="{59DF3328-3ED3-354D-E4F2-DE101C7FF23D}"/>
          </ac:picMkLst>
        </pc:picChg>
      </pc:sldChg>
      <pc:sldChg chg="addSp delSp modSp mod">
        <pc:chgData name="Naga Mahadeva" userId="2d3d2e38f9c357bf" providerId="LiveId" clId="{89A268DB-4518-41DC-B1E4-35446A2DC78F}" dt="2026-09-23T03:56:22.414" v="750" actId="1076"/>
        <pc:sldMkLst>
          <pc:docMk/>
          <pc:sldMk cId="4290495646" sldId="2771"/>
        </pc:sldMkLst>
        <pc:spChg chg="mod">
          <ac:chgData name="Naga Mahadeva" userId="2d3d2e38f9c357bf" providerId="LiveId" clId="{89A268DB-4518-41DC-B1E4-35446A2DC78F}" dt="2026-09-23T03:54:02.457" v="727"/>
          <ac:spMkLst>
            <pc:docMk/>
            <pc:sldMk cId="4290495646" sldId="2771"/>
            <ac:spMk id="7" creationId="{F5A900BB-2082-BDB1-9B47-92E75EC284B1}"/>
          </ac:spMkLst>
        </pc:spChg>
        <pc:spChg chg="mod">
          <ac:chgData name="Naga Mahadeva" userId="2d3d2e38f9c357bf" providerId="LiveId" clId="{89A268DB-4518-41DC-B1E4-35446A2DC78F}" dt="2026-09-23T03:56:18.181" v="749" actId="14100"/>
          <ac:spMkLst>
            <pc:docMk/>
            <pc:sldMk cId="4290495646" sldId="2771"/>
            <ac:spMk id="8" creationId="{58190787-969A-0913-6F9F-5B1310FC9333}"/>
          </ac:spMkLst>
        </pc:spChg>
        <pc:picChg chg="add del mod">
          <ac:chgData name="Naga Mahadeva" userId="2d3d2e38f9c357bf" providerId="LiveId" clId="{89A268DB-4518-41DC-B1E4-35446A2DC78F}" dt="2026-09-23T03:54:20.514" v="729" actId="478"/>
          <ac:picMkLst>
            <pc:docMk/>
            <pc:sldMk cId="4290495646" sldId="2771"/>
            <ac:picMk id="3" creationId="{859CBB65-72A2-8A62-9CB3-506BB6D1492F}"/>
          </ac:picMkLst>
        </pc:picChg>
        <pc:picChg chg="add del mod">
          <ac:chgData name="Naga Mahadeva" userId="2d3d2e38f9c357bf" providerId="LiveId" clId="{89A268DB-4518-41DC-B1E4-35446A2DC78F}" dt="2026-09-23T00:27:56.691" v="593" actId="478"/>
          <ac:picMkLst>
            <pc:docMk/>
            <pc:sldMk cId="4290495646" sldId="2771"/>
            <ac:picMk id="4" creationId="{B2FB750B-15E2-FA01-BEA3-EAE2EE095572}"/>
          </ac:picMkLst>
        </pc:picChg>
        <pc:picChg chg="add mod">
          <ac:chgData name="Naga Mahadeva" userId="2d3d2e38f9c357bf" providerId="LiveId" clId="{89A268DB-4518-41DC-B1E4-35446A2DC78F}" dt="2026-09-23T03:56:22.414" v="750" actId="1076"/>
          <ac:picMkLst>
            <pc:docMk/>
            <pc:sldMk cId="4290495646" sldId="2771"/>
            <ac:picMk id="4" creationId="{D0C7D75E-C074-7317-96B8-2ADE02F7F9A8}"/>
          </ac:picMkLst>
        </pc:picChg>
      </pc:sldChg>
      <pc:sldChg chg="addSp delSp modSp del mod">
        <pc:chgData name="Naga Mahadeva" userId="2d3d2e38f9c357bf" providerId="LiveId" clId="{89A268DB-4518-41DC-B1E4-35446A2DC78F}" dt="2026-09-23T03:59:16.975" v="772" actId="47"/>
        <pc:sldMkLst>
          <pc:docMk/>
          <pc:sldMk cId="673386160" sldId="2772"/>
        </pc:sldMkLst>
        <pc:spChg chg="mod">
          <ac:chgData name="Naga Mahadeva" userId="2d3d2e38f9c357bf" providerId="LiveId" clId="{89A268DB-4518-41DC-B1E4-35446A2DC78F}" dt="2026-09-23T00:32:02.851" v="631"/>
          <ac:spMkLst>
            <pc:docMk/>
            <pc:sldMk cId="673386160" sldId="2772"/>
            <ac:spMk id="7" creationId="{5A729299-2ACE-58EE-C6A2-9612CF07C785}"/>
          </ac:spMkLst>
        </pc:spChg>
        <pc:spChg chg="mod">
          <ac:chgData name="Naga Mahadeva" userId="2d3d2e38f9c357bf" providerId="LiveId" clId="{89A268DB-4518-41DC-B1E4-35446A2DC78F}" dt="2026-09-23T00:32:42.654" v="634"/>
          <ac:spMkLst>
            <pc:docMk/>
            <pc:sldMk cId="673386160" sldId="2772"/>
            <ac:spMk id="8" creationId="{C7513FB3-E6AA-239A-7A9B-384CC113B573}"/>
          </ac:spMkLst>
        </pc:spChg>
        <pc:picChg chg="add mod">
          <ac:chgData name="Naga Mahadeva" userId="2d3d2e38f9c357bf" providerId="LiveId" clId="{89A268DB-4518-41DC-B1E4-35446A2DC78F}" dt="2026-09-23T00:33:17.937" v="637" actId="27614"/>
          <ac:picMkLst>
            <pc:docMk/>
            <pc:sldMk cId="673386160" sldId="2772"/>
            <ac:picMk id="3" creationId="{5C2A0863-AE0E-D236-3229-E2633D58C6A7}"/>
          </ac:picMkLst>
        </pc:picChg>
        <pc:picChg chg="add del mod">
          <ac:chgData name="Naga Mahadeva" userId="2d3d2e38f9c357bf" providerId="LiveId" clId="{89A268DB-4518-41DC-B1E4-35446A2DC78F}" dt="2026-09-23T00:32:37.456" v="633" actId="478"/>
          <ac:picMkLst>
            <pc:docMk/>
            <pc:sldMk cId="673386160" sldId="2772"/>
            <ac:picMk id="4" creationId="{E5A1DC70-6FFB-652C-5A48-BBC412D73DAA}"/>
          </ac:picMkLst>
        </pc:picChg>
      </pc:sldChg>
      <pc:sldChg chg="addSp delSp modSp del mod">
        <pc:chgData name="Naga Mahadeva" userId="2d3d2e38f9c357bf" providerId="LiveId" clId="{89A268DB-4518-41DC-B1E4-35446A2DC78F}" dt="2026-09-23T00:31:58.584" v="630" actId="47"/>
        <pc:sldMkLst>
          <pc:docMk/>
          <pc:sldMk cId="185974604" sldId="2773"/>
        </pc:sldMkLst>
      </pc:sldChg>
      <pc:sldChg chg="addSp delSp modSp del mod">
        <pc:chgData name="Naga Mahadeva" userId="2d3d2e38f9c357bf" providerId="LiveId" clId="{89A268DB-4518-41DC-B1E4-35446A2DC78F}" dt="2026-09-23T00:31:56.996" v="629" actId="47"/>
        <pc:sldMkLst>
          <pc:docMk/>
          <pc:sldMk cId="3324089155" sldId="2774"/>
        </pc:sldMkLst>
      </pc:sldChg>
      <pc:sldChg chg="addSp delSp modSp new mod">
        <pc:chgData name="Naga Mahadeva" userId="2d3d2e38f9c357bf" providerId="LiveId" clId="{89A268DB-4518-41DC-B1E4-35446A2DC78F}" dt="2026-09-23T03:59:15.784" v="771" actId="27614"/>
        <pc:sldMkLst>
          <pc:docMk/>
          <pc:sldMk cId="595931113" sldId="2775"/>
        </pc:sldMkLst>
        <pc:spChg chg="del">
          <ac:chgData name="Naga Mahadeva" userId="2d3d2e38f9c357bf" providerId="LiveId" clId="{89A268DB-4518-41DC-B1E4-35446A2DC78F}" dt="2026-09-23T00:29:02.629" v="603" actId="478"/>
          <ac:spMkLst>
            <pc:docMk/>
            <pc:sldMk cId="595931113" sldId="2775"/>
            <ac:spMk id="2" creationId="{CDFD8F3A-0370-B96D-FA17-4E829537B1BC}"/>
          </ac:spMkLst>
        </pc:spChg>
        <pc:spChg chg="del">
          <ac:chgData name="Naga Mahadeva" userId="2d3d2e38f9c357bf" providerId="LiveId" clId="{89A268DB-4518-41DC-B1E4-35446A2DC78F}" dt="2026-09-23T00:29:04.992" v="604" actId="478"/>
          <ac:spMkLst>
            <pc:docMk/>
            <pc:sldMk cId="595931113" sldId="2775"/>
            <ac:spMk id="3" creationId="{358876D6-9C24-6640-0236-C08BC342BE6F}"/>
          </ac:spMkLst>
        </pc:spChg>
        <pc:spChg chg="del">
          <ac:chgData name="Naga Mahadeva" userId="2d3d2e38f9c357bf" providerId="LiveId" clId="{89A268DB-4518-41DC-B1E4-35446A2DC78F}" dt="2026-09-23T00:29:12.136" v="606" actId="478"/>
          <ac:spMkLst>
            <pc:docMk/>
            <pc:sldMk cId="595931113" sldId="2775"/>
            <ac:spMk id="4" creationId="{1C33C2E1-4896-EFFC-18AD-46C5F6CC7E84}"/>
          </ac:spMkLst>
        </pc:spChg>
        <pc:spChg chg="del">
          <ac:chgData name="Naga Mahadeva" userId="2d3d2e38f9c357bf" providerId="LiveId" clId="{89A268DB-4518-41DC-B1E4-35446A2DC78F}" dt="2026-09-23T00:29:07.354" v="605" actId="478"/>
          <ac:spMkLst>
            <pc:docMk/>
            <pc:sldMk cId="595931113" sldId="2775"/>
            <ac:spMk id="5" creationId="{42B549C3-9293-01C0-5FC1-9F9E4934B2AA}"/>
          </ac:spMkLst>
        </pc:spChg>
        <pc:spChg chg="add mod">
          <ac:chgData name="Naga Mahadeva" userId="2d3d2e38f9c357bf" providerId="LiveId" clId="{89A268DB-4518-41DC-B1E4-35446A2DC78F}" dt="2026-09-23T03:56:43.747" v="751"/>
          <ac:spMkLst>
            <pc:docMk/>
            <pc:sldMk cId="595931113" sldId="2775"/>
            <ac:spMk id="7" creationId="{0B186C05-3FB4-704F-C79A-B2139868C050}"/>
          </ac:spMkLst>
        </pc:spChg>
        <pc:spChg chg="add mod">
          <ac:chgData name="Naga Mahadeva" userId="2d3d2e38f9c357bf" providerId="LiveId" clId="{89A268DB-4518-41DC-B1E4-35446A2DC78F}" dt="2026-09-23T03:58:56.367" v="768" actId="1076"/>
          <ac:spMkLst>
            <pc:docMk/>
            <pc:sldMk cId="595931113" sldId="2775"/>
            <ac:spMk id="8" creationId="{49FE7F1B-306D-6B26-B0C9-062DC815A797}"/>
          </ac:spMkLst>
        </pc:spChg>
        <pc:spChg chg="add mod">
          <ac:chgData name="Naga Mahadeva" userId="2d3d2e38f9c357bf" providerId="LiveId" clId="{89A268DB-4518-41DC-B1E4-35446A2DC78F}" dt="2026-09-23T03:56:56.506" v="752"/>
          <ac:spMkLst>
            <pc:docMk/>
            <pc:sldMk cId="595931113" sldId="2775"/>
            <ac:spMk id="9" creationId="{6AF4D90F-8DF6-4AEB-BD2B-55C42385D4E8}"/>
          </ac:spMkLst>
        </pc:spChg>
        <pc:spChg chg="add mod">
          <ac:chgData name="Naga Mahadeva" userId="2d3d2e38f9c357bf" providerId="LiveId" clId="{89A268DB-4518-41DC-B1E4-35446A2DC78F}" dt="2026-09-23T03:57:24.513" v="758"/>
          <ac:spMkLst>
            <pc:docMk/>
            <pc:sldMk cId="595931113" sldId="2775"/>
            <ac:spMk id="12" creationId="{7D8C40E4-788E-798B-1BAC-FFC4BA294927}"/>
          </ac:spMkLst>
        </pc:spChg>
        <pc:picChg chg="add mod">
          <ac:chgData name="Naga Mahadeva" userId="2d3d2e38f9c357bf" providerId="LiveId" clId="{89A268DB-4518-41DC-B1E4-35446A2DC78F}" dt="2026-09-23T03:57:31.101" v="760" actId="1076"/>
          <ac:picMkLst>
            <pc:docMk/>
            <pc:sldMk cId="595931113" sldId="2775"/>
            <ac:picMk id="3" creationId="{20F4074F-2505-EFE9-D61D-FE19AEE9F303}"/>
          </ac:picMkLst>
        </pc:picChg>
        <pc:picChg chg="add mod">
          <ac:chgData name="Naga Mahadeva" userId="2d3d2e38f9c357bf" providerId="LiveId" clId="{89A268DB-4518-41DC-B1E4-35446A2DC78F}" dt="2026-09-23T03:58:32.051" v="763" actId="27614"/>
          <ac:picMkLst>
            <pc:docMk/>
            <pc:sldMk cId="595931113" sldId="2775"/>
            <ac:picMk id="5" creationId="{2C8503DE-F8D6-A60E-F610-3949ED320BD1}"/>
          </ac:picMkLst>
        </pc:picChg>
        <pc:picChg chg="add del mod">
          <ac:chgData name="Naga Mahadeva" userId="2d3d2e38f9c357bf" providerId="LiveId" clId="{89A268DB-4518-41DC-B1E4-35446A2DC78F}" dt="2026-09-23T03:57:12.604" v="753" actId="478"/>
          <ac:picMkLst>
            <pc:docMk/>
            <pc:sldMk cId="595931113" sldId="2775"/>
            <ac:picMk id="11" creationId="{CBF0CB58-892A-C4F9-18CC-275CA72EBBF8}"/>
          </ac:picMkLst>
        </pc:picChg>
        <pc:picChg chg="add mod">
          <ac:chgData name="Naga Mahadeva" userId="2d3d2e38f9c357bf" providerId="LiveId" clId="{89A268DB-4518-41DC-B1E4-35446A2DC78F}" dt="2026-09-23T03:59:15.784" v="771" actId="27614"/>
          <ac:picMkLst>
            <pc:docMk/>
            <pc:sldMk cId="595931113" sldId="2775"/>
            <ac:picMk id="13" creationId="{06B88FD1-E5BF-BB3A-01EC-22279FB3AB5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9/22/2026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407" y="2194560"/>
            <a:ext cx="10742212" cy="1470991"/>
          </a:xfrm>
        </p:spPr>
        <p:txBody>
          <a:bodyPr anchor="t">
            <a:noAutofit/>
          </a:bodyPr>
          <a:lstStyle/>
          <a:p>
            <a:pPr algn="ctr"/>
            <a:r>
              <a:rPr lang="en-IN" sz="6000" dirty="0"/>
              <a:t>QUEUE DATA STRUCTURE</a:t>
            </a:r>
            <a:endParaRPr lang="en-US" sz="6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580F1-5F2C-1782-40E0-83E80CDC0535}"/>
              </a:ext>
            </a:extLst>
          </p:cNvPr>
          <p:cNvSpPr txBox="1"/>
          <p:nvPr/>
        </p:nvSpPr>
        <p:spPr>
          <a:xfrm>
            <a:off x="3755496" y="4222162"/>
            <a:ext cx="7217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</a:rPr>
              <a:t>Presented by : NagaJayaMadhuPraveen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</a:rPr>
              <a:t>Faculty Advisor : Dr. Victor </a:t>
            </a:r>
            <a:r>
              <a:rPr lang="en-IN" sz="2400" dirty="0" err="1">
                <a:solidFill>
                  <a:schemeClr val="bg2"/>
                </a:solidFill>
              </a:rPr>
              <a:t>Govindaswamy</a:t>
            </a:r>
            <a:endParaRPr lang="en-IN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F859CA-7C72-396B-A011-01E1A52FC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80445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QUEUE DATA STRUCTURE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ADE7B3-947E-7624-EAA2-7BD216246076}"/>
              </a:ext>
            </a:extLst>
          </p:cNvPr>
          <p:cNvSpPr txBox="1"/>
          <p:nvPr/>
        </p:nvSpPr>
        <p:spPr>
          <a:xfrm>
            <a:off x="913032" y="647454"/>
            <a:ext cx="81196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Main Points</a:t>
            </a:r>
          </a:p>
          <a:p>
            <a:r>
              <a:rPr lang="en-IN" b="1" dirty="0"/>
              <a:t>Queue – Introduction</a:t>
            </a:r>
          </a:p>
          <a:p>
            <a:pPr lvl="0"/>
            <a:r>
              <a:rPr lang="en-IN" dirty="0"/>
              <a:t>A </a:t>
            </a:r>
            <a:r>
              <a:rPr lang="en-IN" b="1" dirty="0"/>
              <a:t>queue</a:t>
            </a:r>
            <a:r>
              <a:rPr lang="en-IN" dirty="0"/>
              <a:t> is a linear data structure used to store elements in an ordered manner. </a:t>
            </a:r>
          </a:p>
          <a:p>
            <a:pPr lvl="0"/>
            <a:r>
              <a:rPr lang="en-IN" dirty="0"/>
              <a:t>A queue follows the </a:t>
            </a:r>
            <a:r>
              <a:rPr lang="en-IN" b="1" dirty="0"/>
              <a:t>FIFO</a:t>
            </a:r>
            <a:r>
              <a:rPr lang="en-IN" dirty="0"/>
              <a:t> principle. </a:t>
            </a:r>
          </a:p>
          <a:p>
            <a:pPr lvl="0"/>
            <a:r>
              <a:rPr lang="en-IN" b="1" dirty="0"/>
              <a:t>FIFO = First In, First Out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The element that enters first is the element that leaves first. </a:t>
            </a:r>
          </a:p>
          <a:p>
            <a:pPr lvl="0"/>
            <a:r>
              <a:rPr lang="en-IN" dirty="0"/>
              <a:t>A real-life example is a </a:t>
            </a:r>
            <a:r>
              <a:rPr lang="en-IN" b="1" dirty="0"/>
              <a:t>line of people waiting at a checkout counter</a:t>
            </a:r>
            <a:r>
              <a:rPr lang="en-IN" dirty="0"/>
              <a:t>.</a:t>
            </a:r>
          </a:p>
          <a:p>
            <a:endParaRPr lang="en-IN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CBD175-0D1A-20B5-0536-A0071865B60A}"/>
              </a:ext>
            </a:extLst>
          </p:cNvPr>
          <p:cNvSpPr txBox="1"/>
          <p:nvPr/>
        </p:nvSpPr>
        <p:spPr>
          <a:xfrm>
            <a:off x="913032" y="3299786"/>
            <a:ext cx="59740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Real-Life Example:</a:t>
            </a:r>
          </a:p>
          <a:p>
            <a:endParaRPr lang="en-IN" dirty="0"/>
          </a:p>
          <a:p>
            <a:r>
              <a:rPr lang="en-IN" b="1" dirty="0"/>
              <a:t>Main Idea</a:t>
            </a:r>
          </a:p>
          <a:p>
            <a:r>
              <a:rPr lang="en-IN" b="1" dirty="0"/>
              <a:t>First person in → First person out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 descr="A diagram illustrating a queue of four people, with numbers 1, 2, and 4 indicating their positions, and a note that the first person has left.&#10;&#10;AI-generated content may be incorrect.">
            <a:extLst>
              <a:ext uri="{FF2B5EF4-FFF2-40B4-BE49-F238E27FC236}">
                <a16:creationId xmlns:a16="http://schemas.microsoft.com/office/drawing/2014/main" id="{3FD0DC45-52BC-0D8B-FF27-4C6E68E97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765" y="3232777"/>
            <a:ext cx="3267531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7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78C6B7F-085C-9294-EFAC-03451D3A03E5}"/>
              </a:ext>
            </a:extLst>
          </p:cNvPr>
          <p:cNvSpPr txBox="1"/>
          <p:nvPr/>
        </p:nvSpPr>
        <p:spPr>
          <a:xfrm>
            <a:off x="238539" y="893944"/>
            <a:ext cx="663934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Main Queue Operations</a:t>
            </a:r>
          </a:p>
          <a:p>
            <a:r>
              <a:rPr lang="en-IN" b="1" dirty="0"/>
              <a:t>1. enqueue()</a:t>
            </a:r>
            <a:endParaRPr lang="en-IN" dirty="0"/>
          </a:p>
          <a:p>
            <a:pPr lvl="0"/>
            <a:r>
              <a:rPr lang="en-IN" dirty="0"/>
              <a:t>Adds a new element to the </a:t>
            </a:r>
            <a:r>
              <a:rPr lang="en-IN" b="1" dirty="0"/>
              <a:t>rear/end</a:t>
            </a:r>
            <a:r>
              <a:rPr lang="en-IN" dirty="0"/>
              <a:t> of the queue. </a:t>
            </a:r>
          </a:p>
          <a:p>
            <a:r>
              <a:rPr lang="en-IN" b="1" dirty="0"/>
              <a:t>2. dequeue()</a:t>
            </a:r>
            <a:endParaRPr lang="en-IN" dirty="0"/>
          </a:p>
          <a:p>
            <a:pPr lvl="0"/>
            <a:r>
              <a:rPr lang="en-IN" dirty="0"/>
              <a:t>Removes an element from the </a:t>
            </a:r>
            <a:r>
              <a:rPr lang="en-IN" b="1" dirty="0"/>
              <a:t>front/start</a:t>
            </a:r>
            <a:r>
              <a:rPr lang="en-IN" dirty="0"/>
              <a:t> of the queue. </a:t>
            </a:r>
          </a:p>
          <a:p>
            <a:r>
              <a:rPr lang="en-IN" b="1" dirty="0"/>
              <a:t>3. </a:t>
            </a:r>
            <a:r>
              <a:rPr lang="en-IN" b="1" dirty="0" err="1"/>
              <a:t>isEmpty</a:t>
            </a:r>
            <a:r>
              <a:rPr lang="en-IN" b="1" dirty="0"/>
              <a:t>()</a:t>
            </a:r>
            <a:endParaRPr lang="en-IN" dirty="0"/>
          </a:p>
          <a:p>
            <a:pPr lvl="0"/>
            <a:r>
              <a:rPr lang="en-IN" dirty="0"/>
              <a:t>Checks whether the queue contains no elements. </a:t>
            </a:r>
          </a:p>
          <a:p>
            <a:r>
              <a:rPr lang="en-IN" b="1" dirty="0"/>
              <a:t>4. </a:t>
            </a:r>
            <a:r>
              <a:rPr lang="en-IN" b="1" dirty="0" err="1"/>
              <a:t>isFull</a:t>
            </a:r>
            <a:r>
              <a:rPr lang="en-IN" b="1" dirty="0"/>
              <a:t>()</a:t>
            </a:r>
            <a:endParaRPr lang="en-IN" dirty="0"/>
          </a:p>
          <a:p>
            <a:pPr lvl="0"/>
            <a:r>
              <a:rPr lang="en-IN" dirty="0"/>
              <a:t>Checks whether the queue has reached its capacity. </a:t>
            </a:r>
          </a:p>
          <a:p>
            <a:r>
              <a:rPr lang="en-IN" b="1" dirty="0"/>
              <a:t>5. </a:t>
            </a:r>
            <a:r>
              <a:rPr lang="en-IN" b="1" dirty="0" err="1"/>
              <a:t>displayAll</a:t>
            </a:r>
            <a:r>
              <a:rPr lang="en-IN" b="1" dirty="0"/>
              <a:t>()</a:t>
            </a:r>
            <a:endParaRPr lang="en-IN" dirty="0"/>
          </a:p>
          <a:p>
            <a:pPr lvl="0"/>
            <a:r>
              <a:rPr lang="en-IN" dirty="0"/>
              <a:t>Displays all elements currently in the queue.</a:t>
            </a:r>
          </a:p>
          <a:p>
            <a:pPr lvl="0"/>
            <a:endParaRPr lang="en-IN" dirty="0"/>
          </a:p>
          <a:p>
            <a:pPr lvl="0"/>
            <a:endParaRPr lang="en-IN" dirty="0"/>
          </a:p>
          <a:p>
            <a:r>
              <a:rPr lang="en-IN" b="1" dirty="0"/>
              <a:t>Important</a:t>
            </a:r>
          </a:p>
          <a:p>
            <a:pPr lvl="0"/>
            <a:r>
              <a:rPr lang="en-IN" b="1" dirty="0"/>
              <a:t>enqueue → rear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dequeue → front</a:t>
            </a:r>
            <a:endParaRPr lang="en-IN" dirty="0"/>
          </a:p>
          <a:p>
            <a:pPr lvl="0"/>
            <a:endParaRPr lang="en-IN" dirty="0"/>
          </a:p>
          <a:p>
            <a:endParaRPr lang="en-IN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9CB54BA-DE5C-EB6E-FBFE-20BF50F8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573646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3200" dirty="0"/>
              <a:t>QUEUE OPERATIONS</a:t>
            </a:r>
          </a:p>
        </p:txBody>
      </p:sp>
      <p:pic>
        <p:nvPicPr>
          <p:cNvPr id="3" name="Picture 2" descr="The image illustrates a queue management diagram with a front and rear position, showing numerical values and actions such as DEQUEUE and ENQUEUE.&#10;&#10;AI-generated content may be incorrect.">
            <a:extLst>
              <a:ext uri="{FF2B5EF4-FFF2-40B4-BE49-F238E27FC236}">
                <a16:creationId xmlns:a16="http://schemas.microsoft.com/office/drawing/2014/main" id="{7E0A04F9-828F-18FD-017B-4F14FF837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107" y="4130352"/>
            <a:ext cx="3267531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66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B72A493-14A7-8A96-4441-F4832FBFAAE1}"/>
              </a:ext>
            </a:extLst>
          </p:cNvPr>
          <p:cNvSpPr txBox="1"/>
          <p:nvPr/>
        </p:nvSpPr>
        <p:spPr>
          <a:xfrm>
            <a:off x="690396" y="796064"/>
            <a:ext cx="811964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Queue Using a Static Array</a:t>
            </a:r>
          </a:p>
          <a:p>
            <a:r>
              <a:rPr lang="en-IN" dirty="0"/>
              <a:t>A basic queue can be implemented using a fixed-size array.</a:t>
            </a:r>
          </a:p>
          <a:p>
            <a:r>
              <a:rPr lang="en-IN" dirty="0"/>
              <a:t>Example: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Enqueue</a:t>
            </a:r>
          </a:p>
          <a:p>
            <a:r>
              <a:rPr lang="en-IN" dirty="0"/>
              <a:t>If we add 40:</a:t>
            </a:r>
          </a:p>
          <a:p>
            <a:endParaRPr lang="en-IN" dirty="0"/>
          </a:p>
          <a:p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r>
              <a:rPr lang="en-IN" b="1" dirty="0"/>
              <a:t>Dequeue</a:t>
            </a:r>
          </a:p>
          <a:p>
            <a:r>
              <a:rPr lang="en-IN" dirty="0"/>
              <a:t>If we remove 10:</a:t>
            </a:r>
          </a:p>
          <a:p>
            <a:pPr lvl="0"/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925430-0878-B328-D60C-3C46E3A35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452"/>
            <a:ext cx="12192000" cy="597499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LINEAR ARRAY QUEUE</a:t>
            </a:r>
          </a:p>
        </p:txBody>
      </p:sp>
      <p:pic>
        <p:nvPicPr>
          <p:cNvPr id="4" name="Picture 3" descr="The image displays a numeric index list ranging from 1 to 4 and an array with values 10, 20, and 30, alongside directional indicators 'FRONT' and 'REAR'.&#10;&#10;AI-generated content may be incorrect.">
            <a:extLst>
              <a:ext uri="{FF2B5EF4-FFF2-40B4-BE49-F238E27FC236}">
                <a16:creationId xmlns:a16="http://schemas.microsoft.com/office/drawing/2014/main" id="{9CD89E0D-CD89-3177-4FA9-81368542B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363" y="1453660"/>
            <a:ext cx="4163006" cy="995342"/>
          </a:xfrm>
          <a:prstGeom prst="rect">
            <a:avLst/>
          </a:prstGeom>
        </p:spPr>
      </p:pic>
      <p:pic>
        <p:nvPicPr>
          <p:cNvPr id="8" name="Picture 7" descr="REAR.&#10;&#10;AI-generated content may be incorrect.">
            <a:extLst>
              <a:ext uri="{FF2B5EF4-FFF2-40B4-BE49-F238E27FC236}">
                <a16:creationId xmlns:a16="http://schemas.microsoft.com/office/drawing/2014/main" id="{DE07FBED-D387-8153-0FD9-814B395F5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96" y="2883100"/>
            <a:ext cx="3296110" cy="1038370"/>
          </a:xfrm>
          <a:prstGeom prst="rect">
            <a:avLst/>
          </a:prstGeom>
        </p:spPr>
      </p:pic>
      <p:pic>
        <p:nvPicPr>
          <p:cNvPr id="12" name="Picture 11" descr="The diagram displays a numbered grid with positions 20, 30, and 40, and labels 'FRONT' and 'REAR'.&#10;&#10;AI-generated content may be incorrect.">
            <a:extLst>
              <a:ext uri="{FF2B5EF4-FFF2-40B4-BE49-F238E27FC236}">
                <a16:creationId xmlns:a16="http://schemas.microsoft.com/office/drawing/2014/main" id="{59DF3328-3ED3-354D-E4F2-DE101C7FF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64" y="4731719"/>
            <a:ext cx="3391373" cy="10574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048ACBB-DA7C-1020-5E50-E75292990167}"/>
              </a:ext>
            </a:extLst>
          </p:cNvPr>
          <p:cNvSpPr txBox="1"/>
          <p:nvPr/>
        </p:nvSpPr>
        <p:spPr>
          <a:xfrm>
            <a:off x="4583754" y="3670335"/>
            <a:ext cx="71482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with a Linear Queue</a:t>
            </a:r>
          </a:p>
          <a:p>
            <a:r>
              <a:rPr lang="en-IN" dirty="0"/>
              <a:t>The position containing 10 is now unused.</a:t>
            </a:r>
          </a:p>
          <a:p>
            <a:r>
              <a:rPr lang="en-IN" dirty="0"/>
              <a:t>Even though there is an empty position at the beginning, the rear may eventually reach the end of the array.</a:t>
            </a:r>
          </a:p>
          <a:p>
            <a:r>
              <a:rPr lang="en-IN" b="1" dirty="0"/>
              <a:t>This is why circular queues are useful.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2267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5A900BB-2082-BDB1-9B47-92E75EC28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573646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CIRCULAR QUEUE &amp; WRAP-AROUND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190787-969A-0913-6F9F-5B1310FC9333}"/>
              </a:ext>
            </a:extLst>
          </p:cNvPr>
          <p:cNvSpPr txBox="1"/>
          <p:nvPr/>
        </p:nvSpPr>
        <p:spPr>
          <a:xfrm>
            <a:off x="0" y="1092726"/>
            <a:ext cx="70607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Why Circular Queue?</a:t>
            </a:r>
          </a:p>
          <a:p>
            <a:r>
              <a:rPr lang="en-IN" dirty="0"/>
              <a:t>A </a:t>
            </a:r>
            <a:r>
              <a:rPr lang="en-IN" b="1" dirty="0"/>
              <a:t>circular queue</a:t>
            </a:r>
            <a:r>
              <a:rPr lang="en-IN" dirty="0"/>
              <a:t> treats the array as if the end connects back to the beginning.</a:t>
            </a:r>
          </a:p>
          <a:p>
            <a:r>
              <a:rPr lang="en-IN" dirty="0"/>
              <a:t>This allows previously unused positions to be reused.</a:t>
            </a:r>
          </a:p>
          <a:p>
            <a:r>
              <a:rPr lang="en-IN" b="1" dirty="0"/>
              <a:t>Circular Wrap-Around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4" name="Picture 3" descr="The image depicts a circular queue data structure, showing how the rear index wraps around to the first index when it reaches the last index.&#10;&#10;AI-generated content may be incorrect.">
            <a:extLst>
              <a:ext uri="{FF2B5EF4-FFF2-40B4-BE49-F238E27FC236}">
                <a16:creationId xmlns:a16="http://schemas.microsoft.com/office/drawing/2014/main" id="{D0C7D75E-C074-7317-96B8-2ADE02F7F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871819"/>
            <a:ext cx="4301656" cy="574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95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081E1-D1F7-FDE6-3C76-843EDD3C4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B186C05-3FB4-704F-C79A-B2139868C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573646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OVERFLOW, UNDERFLOW &amp; ENQUEUE/DEQUEUE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F4D90F-8DF6-4AEB-BD2B-55C42385D4E8}"/>
              </a:ext>
            </a:extLst>
          </p:cNvPr>
          <p:cNvSpPr txBox="1"/>
          <p:nvPr/>
        </p:nvSpPr>
        <p:spPr>
          <a:xfrm>
            <a:off x="1164866" y="1347905"/>
            <a:ext cx="6098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Enqueue → Queue → Dequeue</a:t>
            </a:r>
            <a:endParaRPr lang="en-IN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8C40E4-788E-798B-1BAC-FFC4BA294927}"/>
              </a:ext>
            </a:extLst>
          </p:cNvPr>
          <p:cNvSpPr txBox="1"/>
          <p:nvPr/>
        </p:nvSpPr>
        <p:spPr>
          <a:xfrm>
            <a:off x="1013791" y="3516384"/>
            <a:ext cx="6439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Queue Overflow</a:t>
            </a:r>
          </a:p>
          <a:p>
            <a:r>
              <a:rPr lang="en-IN" dirty="0"/>
              <a:t>Occurs when we try to enqueue() into a queue that is full.</a:t>
            </a:r>
          </a:p>
        </p:txBody>
      </p:sp>
      <p:pic>
        <p:nvPicPr>
          <p:cNvPr id="3" name="Picture 2" descr="The image illustrates a queue structure with an ENQUEUE operation adding an item to the front and a DEQUEUE operation removing an item from the rear.&#10;&#10;AI-generated content may be incorrect.">
            <a:extLst>
              <a:ext uri="{FF2B5EF4-FFF2-40B4-BE49-F238E27FC236}">
                <a16:creationId xmlns:a16="http://schemas.microsoft.com/office/drawing/2014/main" id="{20F4074F-2505-EFE9-D61D-FE19AEE9F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620" y="905440"/>
            <a:ext cx="3639058" cy="2934109"/>
          </a:xfrm>
          <a:prstGeom prst="rect">
            <a:avLst/>
          </a:prstGeom>
        </p:spPr>
      </p:pic>
      <p:pic>
        <p:nvPicPr>
          <p:cNvPr id="5" name="Picture 4" descr="The image depicts a numbered queue with values 10, 20, 30, 40, and 50, followed by an enqueue operation (60) and an X, indicating a queue overflow error.&#10;&#10;AI-generated content may be incorrect.">
            <a:extLst>
              <a:ext uri="{FF2B5EF4-FFF2-40B4-BE49-F238E27FC236}">
                <a16:creationId xmlns:a16="http://schemas.microsoft.com/office/drawing/2014/main" id="{2C8503DE-F8D6-A60E-F610-3949ED320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647" y="4162715"/>
            <a:ext cx="3486637" cy="14480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FE7F1B-306D-6B26-B0C9-062DC815A797}"/>
              </a:ext>
            </a:extLst>
          </p:cNvPr>
          <p:cNvSpPr txBox="1"/>
          <p:nvPr/>
        </p:nvSpPr>
        <p:spPr>
          <a:xfrm>
            <a:off x="955379" y="5709036"/>
            <a:ext cx="6308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Occurs when we try to dequeue() from an empty queue.</a:t>
            </a:r>
          </a:p>
        </p:txBody>
      </p:sp>
      <p:pic>
        <p:nvPicPr>
          <p:cNvPr id="13" name="Picture 12" descr="QUEUE UNDERFLOW&#10;&#10;AI-generated content may be incorrect.">
            <a:extLst>
              <a:ext uri="{FF2B5EF4-FFF2-40B4-BE49-F238E27FC236}">
                <a16:creationId xmlns:a16="http://schemas.microsoft.com/office/drawing/2014/main" id="{06B88FD1-E5BF-BB3A-01EC-22279FB3A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7673" y="5335314"/>
            <a:ext cx="3019846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931113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{EAC1584E-BD28-47EF-9630-F926C5E5F6FA}05f950ec-c865-457c-93ae-9eb2ef1c603f-TFa19fa653-f273-4169-96ef-448bb1cd1027_win32</Template>
  <TotalTime>436</TotalTime>
  <Words>325</Words>
  <Application>Microsoft Office PowerPoint</Application>
  <PresentationFormat>Widescreen</PresentationFormat>
  <Paragraphs>63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Neue Haas Grotesk Text Pro</vt:lpstr>
      <vt:lpstr>Wingdings</vt:lpstr>
      <vt:lpstr>OasisVTI</vt:lpstr>
      <vt:lpstr>PowerPoint Presentation</vt:lpstr>
      <vt:lpstr>QUEUE DATA STRUCTURE</vt:lpstr>
      <vt:lpstr>QUEUE OPERATIONS</vt:lpstr>
      <vt:lpstr>LINEAR ARRAY QUEUE</vt:lpstr>
      <vt:lpstr>CIRCULAR QUEUE &amp; WRAP-AROUND</vt:lpstr>
      <vt:lpstr>OVERFLOW, UNDERFLOW &amp; ENQUEUE/DEQUEUE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Mahadeva</dc:creator>
  <cp:lastModifiedBy>Naga Mahadeva</cp:lastModifiedBy>
  <cp:revision>1</cp:revision>
  <dcterms:created xsi:type="dcterms:W3CDTF">2026-05-22T01:39:06Z</dcterms:created>
  <dcterms:modified xsi:type="dcterms:W3CDTF">2026-09-23T03:59:18Z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