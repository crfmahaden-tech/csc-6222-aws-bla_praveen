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0"/>
  </p:notesMasterIdLst>
  <p:sldIdLst>
    <p:sldId id="2767" r:id="rId5"/>
    <p:sldId id="2768" r:id="rId6"/>
    <p:sldId id="2769" r:id="rId7"/>
    <p:sldId id="2770" r:id="rId8"/>
    <p:sldId id="277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06425F-1B90-4E77-9F8C-736CED1FE59D}" v="11" dt="2026-09-23T22:39:30.423"/>
    <p1510:client id="{20AB0404-C324-442B-82A1-CA115304B6DD}" v="25" dt="2026-09-23T00:32:42.654"/>
    <p1510:client id="{50C237C2-48F3-4DD9-A57D-40DBAA151FC4}" v="22" dt="2026-09-23T03:58:49.740"/>
    <p1510:client id="{F1AAA469-7803-458A-A7C6-EE98F188EF38}" v="10" dt="2026-09-24T00:00:07.2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95"/>
  </p:normalViewPr>
  <p:slideViewPr>
    <p:cSldViewPr snapToGrid="0">
      <p:cViewPr varScale="1">
        <p:scale>
          <a:sx n="120" d="100"/>
          <a:sy n="120" d="100"/>
        </p:scale>
        <p:origin x="12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ga Mahadeva" userId="2d3d2e38f9c357bf" providerId="LiveId" clId="{89A268DB-4518-41DC-B1E4-35446A2DC78F}"/>
    <pc:docChg chg="undo redo custSel addSld delSld modSld">
      <pc:chgData name="Naga Mahadeva" userId="2d3d2e38f9c357bf" providerId="LiveId" clId="{89A268DB-4518-41DC-B1E4-35446A2DC78F}" dt="2026-09-24T00:00:49.742" v="1035" actId="14100"/>
      <pc:docMkLst>
        <pc:docMk/>
      </pc:docMkLst>
      <pc:sldChg chg="addSp modSp mod">
        <pc:chgData name="Naga Mahadeva" userId="2d3d2e38f9c357bf" providerId="LiveId" clId="{89A268DB-4518-41DC-B1E4-35446A2DC78F}" dt="2026-09-23T23:55:51.887" v="986"/>
        <pc:sldMkLst>
          <pc:docMk/>
          <pc:sldMk cId="4182614578" sldId="2767"/>
        </pc:sldMkLst>
        <pc:spChg chg="mod">
          <ac:chgData name="Naga Mahadeva" userId="2d3d2e38f9c357bf" providerId="LiveId" clId="{89A268DB-4518-41DC-B1E4-35446A2DC78F}" dt="2026-09-23T23:55:51.887" v="986"/>
          <ac:spMkLst>
            <pc:docMk/>
            <pc:sldMk cId="4182614578" sldId="2767"/>
            <ac:spMk id="3" creationId="{7604D864-A6BD-C75F-9B88-BAB58775ABDD}"/>
          </ac:spMkLst>
        </pc:spChg>
        <pc:spChg chg="mod">
          <ac:chgData name="Naga Mahadeva" userId="2d3d2e38f9c357bf" providerId="LiveId" clId="{89A268DB-4518-41DC-B1E4-35446A2DC78F}" dt="2026-09-23T21:22:57.044" v="787" actId="1076"/>
          <ac:spMkLst>
            <pc:docMk/>
            <pc:sldMk cId="4182614578" sldId="2767"/>
            <ac:spMk id="7" creationId="{396580F1-5F2C-1782-40E0-83E80CDC0535}"/>
          </ac:spMkLst>
        </pc:spChg>
      </pc:sldChg>
      <pc:sldChg chg="addSp delSp modSp mod">
        <pc:chgData name="Naga Mahadeva" userId="2d3d2e38f9c357bf" providerId="LiveId" clId="{89A268DB-4518-41DC-B1E4-35446A2DC78F}" dt="2026-09-23T23:56:56.165" v="994" actId="1076"/>
        <pc:sldMkLst>
          <pc:docMk/>
          <pc:sldMk cId="2523674139" sldId="2768"/>
        </pc:sldMkLst>
        <pc:spChg chg="add del mod">
          <ac:chgData name="Naga Mahadeva" userId="2d3d2e38f9c357bf" providerId="LiveId" clId="{89A268DB-4518-41DC-B1E4-35446A2DC78F}" dt="2026-09-23T21:24:32.882" v="799" actId="478"/>
          <ac:spMkLst>
            <pc:docMk/>
            <pc:sldMk cId="2523674139" sldId="2768"/>
            <ac:spMk id="2" creationId="{D6CBD175-0D1A-20B5-0536-A0071865B60A}"/>
          </ac:spMkLst>
        </pc:spChg>
        <pc:spChg chg="add del mod">
          <ac:chgData name="Naga Mahadeva" userId="2d3d2e38f9c357bf" providerId="LiveId" clId="{89A268DB-4518-41DC-B1E4-35446A2DC78F}" dt="2026-09-23T23:15:41.906" v="911" actId="478"/>
          <ac:spMkLst>
            <pc:docMk/>
            <pc:sldMk cId="2523674139" sldId="2768"/>
            <ac:spMk id="6" creationId="{605007A0-EFDA-C705-DEB9-ED10B4A867DD}"/>
          </ac:spMkLst>
        </pc:spChg>
        <pc:spChg chg="mod">
          <ac:chgData name="Naga Mahadeva" userId="2d3d2e38f9c357bf" providerId="LiveId" clId="{89A268DB-4518-41DC-B1E4-35446A2DC78F}" dt="2026-09-23T23:56:16.269" v="987"/>
          <ac:spMkLst>
            <pc:docMk/>
            <pc:sldMk cId="2523674139" sldId="2768"/>
            <ac:spMk id="7" creationId="{28F859CA-7C72-396B-A011-01E1A52FC6AE}"/>
          </ac:spMkLst>
        </pc:spChg>
        <pc:spChg chg="del mod">
          <ac:chgData name="Naga Mahadeva" userId="2d3d2e38f9c357bf" providerId="LiveId" clId="{89A268DB-4518-41DC-B1E4-35446A2DC78F}" dt="2026-09-23T23:15:39.868" v="910" actId="478"/>
          <ac:spMkLst>
            <pc:docMk/>
            <pc:sldMk cId="2523674139" sldId="2768"/>
            <ac:spMk id="9" creationId="{40ADE7B3-947E-7624-EAA2-7BD216246076}"/>
          </ac:spMkLst>
        </pc:spChg>
        <pc:picChg chg="add del mod">
          <ac:chgData name="Naga Mahadeva" userId="2d3d2e38f9c357bf" providerId="LiveId" clId="{89A268DB-4518-41DC-B1E4-35446A2DC78F}" dt="2026-09-23T23:56:33.521" v="988" actId="478"/>
          <ac:picMkLst>
            <pc:docMk/>
            <pc:sldMk cId="2523674139" sldId="2768"/>
            <ac:picMk id="3" creationId="{8B7BA63C-FA3D-AF1A-F911-790DC1DD18C3}"/>
          </ac:picMkLst>
        </pc:picChg>
        <pc:picChg chg="add del mod">
          <ac:chgData name="Naga Mahadeva" userId="2d3d2e38f9c357bf" providerId="LiveId" clId="{89A268DB-4518-41DC-B1E4-35446A2DC78F}" dt="2026-09-23T21:24:36.702" v="801" actId="478"/>
          <ac:picMkLst>
            <pc:docMk/>
            <pc:sldMk cId="2523674139" sldId="2768"/>
            <ac:picMk id="4" creationId="{3FD0DC45-52BC-0D8B-FF27-4C6E68E97962}"/>
          </ac:picMkLst>
        </pc:picChg>
        <pc:picChg chg="add del mod">
          <ac:chgData name="Naga Mahadeva" userId="2d3d2e38f9c357bf" providerId="LiveId" clId="{89A268DB-4518-41DC-B1E4-35446A2DC78F}" dt="2026-09-23T00:19:42.192" v="370" actId="478"/>
          <ac:picMkLst>
            <pc:docMk/>
            <pc:sldMk cId="2523674139" sldId="2768"/>
            <ac:picMk id="4" creationId="{515B3686-FAF4-CDCB-74B0-2D903B7B3852}"/>
          </ac:picMkLst>
        </pc:picChg>
        <pc:picChg chg="add mod">
          <ac:chgData name="Naga Mahadeva" userId="2d3d2e38f9c357bf" providerId="LiveId" clId="{89A268DB-4518-41DC-B1E4-35446A2DC78F}" dt="2026-09-23T23:56:56.165" v="994" actId="1076"/>
          <ac:picMkLst>
            <pc:docMk/>
            <pc:sldMk cId="2523674139" sldId="2768"/>
            <ac:picMk id="4" creationId="{ECC36AD9-39AE-8FF8-A579-A753F829758D}"/>
          </ac:picMkLst>
        </pc:picChg>
        <pc:picChg chg="add del mod">
          <ac:chgData name="Naga Mahadeva" userId="2d3d2e38f9c357bf" providerId="LiveId" clId="{89A268DB-4518-41DC-B1E4-35446A2DC78F}" dt="2026-09-23T23:15:43.340" v="912" actId="478"/>
          <ac:picMkLst>
            <pc:docMk/>
            <pc:sldMk cId="2523674139" sldId="2768"/>
            <ac:picMk id="5" creationId="{E5450E7C-E561-43C7-167D-37C1050F870E}"/>
          </ac:picMkLst>
        </pc:picChg>
      </pc:sldChg>
      <pc:sldChg chg="addSp delSp modSp mod">
        <pc:chgData name="Naga Mahadeva" userId="2d3d2e38f9c357bf" providerId="LiveId" clId="{89A268DB-4518-41DC-B1E4-35446A2DC78F}" dt="2026-09-23T23:57:58.373" v="1005" actId="14100"/>
        <pc:sldMkLst>
          <pc:docMk/>
          <pc:sldMk cId="501066885" sldId="2769"/>
        </pc:sldMkLst>
        <pc:spChg chg="add del mod">
          <ac:chgData name="Naga Mahadeva" userId="2d3d2e38f9c357bf" providerId="LiveId" clId="{89A268DB-4518-41DC-B1E4-35446A2DC78F}" dt="2026-09-23T00:24:17.944" v="488"/>
          <ac:spMkLst>
            <pc:docMk/>
            <pc:sldMk cId="501066885" sldId="2769"/>
            <ac:spMk id="2" creationId="{3B918290-24C2-C3F4-C0E1-AFEF78A3309D}"/>
          </ac:spMkLst>
        </pc:spChg>
        <pc:spChg chg="add del mod">
          <ac:chgData name="Naga Mahadeva" userId="2d3d2e38f9c357bf" providerId="LiveId" clId="{89A268DB-4518-41DC-B1E4-35446A2DC78F}" dt="2026-09-23T00:24:22.246" v="490" actId="478"/>
          <ac:spMkLst>
            <pc:docMk/>
            <pc:sldMk cId="501066885" sldId="2769"/>
            <ac:spMk id="3" creationId="{AC41EA17-B4A3-22AB-F782-C026E7766745}"/>
          </ac:spMkLst>
        </pc:spChg>
        <pc:spChg chg="del mod">
          <ac:chgData name="Naga Mahadeva" userId="2d3d2e38f9c357bf" providerId="LiveId" clId="{89A268DB-4518-41DC-B1E4-35446A2DC78F}" dt="2026-09-23T23:17:41.948" v="930" actId="478"/>
          <ac:spMkLst>
            <pc:docMk/>
            <pc:sldMk cId="501066885" sldId="2769"/>
            <ac:spMk id="7" creationId="{C78C6B7F-085C-9294-EFAC-03451D3A03E5}"/>
          </ac:spMkLst>
        </pc:spChg>
        <pc:spChg chg="mod">
          <ac:chgData name="Naga Mahadeva" userId="2d3d2e38f9c357bf" providerId="LiveId" clId="{89A268DB-4518-41DC-B1E4-35446A2DC78F}" dt="2026-09-23T23:57:15.970" v="995"/>
          <ac:spMkLst>
            <pc:docMk/>
            <pc:sldMk cId="501066885" sldId="2769"/>
            <ac:spMk id="9" creationId="{D9CB54BA-DE5C-EB6E-FBFE-20BF50F8B8CA}"/>
          </ac:spMkLst>
        </pc:spChg>
        <pc:picChg chg="add del mod">
          <ac:chgData name="Naga Mahadeva" userId="2d3d2e38f9c357bf" providerId="LiveId" clId="{89A268DB-4518-41DC-B1E4-35446A2DC78F}" dt="2026-09-23T21:26:08.784" v="811" actId="478"/>
          <ac:picMkLst>
            <pc:docMk/>
            <pc:sldMk cId="501066885" sldId="2769"/>
            <ac:picMk id="3" creationId="{7E0A04F9-828F-18FD-017B-4F14FF837D95}"/>
          </ac:picMkLst>
        </pc:picChg>
        <pc:picChg chg="add del mod">
          <ac:chgData name="Naga Mahadeva" userId="2d3d2e38f9c357bf" providerId="LiveId" clId="{89A268DB-4518-41DC-B1E4-35446A2DC78F}" dt="2026-09-23T23:57:17.934" v="996" actId="478"/>
          <ac:picMkLst>
            <pc:docMk/>
            <pc:sldMk cId="501066885" sldId="2769"/>
            <ac:picMk id="3" creationId="{7E25E7A4-EF6A-F7F3-8276-DC9FBA5EF01B}"/>
          </ac:picMkLst>
        </pc:picChg>
        <pc:picChg chg="add del mod">
          <ac:chgData name="Naga Mahadeva" userId="2d3d2e38f9c357bf" providerId="LiveId" clId="{89A268DB-4518-41DC-B1E4-35446A2DC78F}" dt="2026-09-23T23:17:38.604" v="929" actId="478"/>
          <ac:picMkLst>
            <pc:docMk/>
            <pc:sldMk cId="501066885" sldId="2769"/>
            <ac:picMk id="4" creationId="{81BE218F-E386-17BA-4D2C-37E71AFBD177}"/>
          </ac:picMkLst>
        </pc:picChg>
        <pc:picChg chg="add del mod">
          <ac:chgData name="Naga Mahadeva" userId="2d3d2e38f9c357bf" providerId="LiveId" clId="{89A268DB-4518-41DC-B1E4-35446A2DC78F}" dt="2026-09-23T00:22:58.399" v="477" actId="478"/>
          <ac:picMkLst>
            <pc:docMk/>
            <pc:sldMk cId="501066885" sldId="2769"/>
            <ac:picMk id="4" creationId="{8B9A0917-8F82-C0BD-EB0C-AEAAFE1AF97C}"/>
          </ac:picMkLst>
        </pc:picChg>
        <pc:picChg chg="add mod">
          <ac:chgData name="Naga Mahadeva" userId="2d3d2e38f9c357bf" providerId="LiveId" clId="{89A268DB-4518-41DC-B1E4-35446A2DC78F}" dt="2026-09-23T23:57:58.373" v="1005" actId="14100"/>
          <ac:picMkLst>
            <pc:docMk/>
            <pc:sldMk cId="501066885" sldId="2769"/>
            <ac:picMk id="4" creationId="{9CEBE5D1-0EFC-BD7B-DAFC-2404322A0253}"/>
          </ac:picMkLst>
        </pc:picChg>
        <pc:picChg chg="add del mod">
          <ac:chgData name="Naga Mahadeva" userId="2d3d2e38f9c357bf" providerId="LiveId" clId="{89A268DB-4518-41DC-B1E4-35446A2DC78F}" dt="2026-09-23T23:57:19.328" v="997" actId="478"/>
          <ac:picMkLst>
            <pc:docMk/>
            <pc:sldMk cId="501066885" sldId="2769"/>
            <ac:picMk id="6" creationId="{2981416A-B923-FF4D-1613-C236ACB6D722}"/>
          </ac:picMkLst>
        </pc:picChg>
        <pc:picChg chg="add del mod">
          <ac:chgData name="Naga Mahadeva" userId="2d3d2e38f9c357bf" providerId="LiveId" clId="{89A268DB-4518-41DC-B1E4-35446A2DC78F}" dt="2026-09-23T01:13:33.187" v="688" actId="478"/>
          <ac:picMkLst>
            <pc:docMk/>
            <pc:sldMk cId="501066885" sldId="2769"/>
            <ac:picMk id="6" creationId="{781DA281-46AA-7BBF-9BDF-54805A6B7711}"/>
          </ac:picMkLst>
        </pc:picChg>
      </pc:sldChg>
      <pc:sldChg chg="addSp delSp modSp mod">
        <pc:chgData name="Naga Mahadeva" userId="2d3d2e38f9c357bf" providerId="LiveId" clId="{89A268DB-4518-41DC-B1E4-35446A2DC78F}" dt="2026-09-23T23:59:42.817" v="1025" actId="14100"/>
        <pc:sldMkLst>
          <pc:docMk/>
          <pc:sldMk cId="1992267581" sldId="2770"/>
        </pc:sldMkLst>
        <pc:spChg chg="del mod">
          <ac:chgData name="Naga Mahadeva" userId="2d3d2e38f9c357bf" providerId="LiveId" clId="{89A268DB-4518-41DC-B1E4-35446A2DC78F}" dt="2026-09-23T23:19:40.432" v="952" actId="478"/>
          <ac:spMkLst>
            <pc:docMk/>
            <pc:sldMk cId="1992267581" sldId="2770"/>
            <ac:spMk id="7" creationId="{AB72A493-14A7-8A96-4441-F4832FBFAAE1}"/>
          </ac:spMkLst>
        </pc:spChg>
        <pc:spChg chg="mod">
          <ac:chgData name="Naga Mahadeva" userId="2d3d2e38f9c357bf" providerId="LiveId" clId="{89A268DB-4518-41DC-B1E4-35446A2DC78F}" dt="2026-09-23T23:58:38.632" v="1011"/>
          <ac:spMkLst>
            <pc:docMk/>
            <pc:sldMk cId="1992267581" sldId="2770"/>
            <ac:spMk id="9" creationId="{75925430-0878-B328-D60C-3C46E3A35A8E}"/>
          </ac:spMkLst>
        </pc:spChg>
        <pc:spChg chg="add del mod">
          <ac:chgData name="Naga Mahadeva" userId="2d3d2e38f9c357bf" providerId="LiveId" clId="{89A268DB-4518-41DC-B1E4-35446A2DC78F}" dt="2026-09-23T21:29:44.557" v="853" actId="478"/>
          <ac:spMkLst>
            <pc:docMk/>
            <pc:sldMk cId="1992267581" sldId="2770"/>
            <ac:spMk id="13" creationId="{6048ACBB-DA7C-1020-5E50-E75292990167}"/>
          </ac:spMkLst>
        </pc:spChg>
        <pc:picChg chg="add mod">
          <ac:chgData name="Naga Mahadeva" userId="2d3d2e38f9c357bf" providerId="LiveId" clId="{89A268DB-4518-41DC-B1E4-35446A2DC78F}" dt="2026-09-23T23:59:42.817" v="1025" actId="14100"/>
          <ac:picMkLst>
            <pc:docMk/>
            <pc:sldMk cId="1992267581" sldId="2770"/>
            <ac:picMk id="3" creationId="{4293AB86-CE6A-8D75-44AC-4BCE539AFCCD}"/>
          </ac:picMkLst>
        </pc:picChg>
        <pc:picChg chg="add del mod">
          <ac:chgData name="Naga Mahadeva" userId="2d3d2e38f9c357bf" providerId="LiveId" clId="{89A268DB-4518-41DC-B1E4-35446A2DC78F}" dt="2026-09-23T03:51:56.441" v="704" actId="478"/>
          <ac:picMkLst>
            <pc:docMk/>
            <pc:sldMk cId="1992267581" sldId="2770"/>
            <ac:picMk id="3" creationId="{8C55EDD8-2BBE-F536-BACB-E4BBC5DF3521}"/>
          </ac:picMkLst>
        </pc:picChg>
        <pc:picChg chg="add del mod">
          <ac:chgData name="Naga Mahadeva" userId="2d3d2e38f9c357bf" providerId="LiveId" clId="{89A268DB-4518-41DC-B1E4-35446A2DC78F}" dt="2026-09-23T23:19:44.402" v="954" actId="478"/>
          <ac:picMkLst>
            <pc:docMk/>
            <pc:sldMk cId="1992267581" sldId="2770"/>
            <ac:picMk id="3" creationId="{A399494E-4415-1E89-A38B-F2AA22366A82}"/>
          </ac:picMkLst>
        </pc:picChg>
        <pc:picChg chg="add del mod">
          <ac:chgData name="Naga Mahadeva" userId="2d3d2e38f9c357bf" providerId="LiveId" clId="{89A268DB-4518-41DC-B1E4-35446A2DC78F}" dt="2026-09-23T23:58:06.957" v="1006" actId="478"/>
          <ac:picMkLst>
            <pc:docMk/>
            <pc:sldMk cId="1992267581" sldId="2770"/>
            <ac:picMk id="4" creationId="{00B8F271-5340-6411-A92D-6738CEA6250A}"/>
          </ac:picMkLst>
        </pc:picChg>
        <pc:picChg chg="add del mod">
          <ac:chgData name="Naga Mahadeva" userId="2d3d2e38f9c357bf" providerId="LiveId" clId="{89A268DB-4518-41DC-B1E4-35446A2DC78F}" dt="2026-09-23T00:24:49.197" v="499" actId="478"/>
          <ac:picMkLst>
            <pc:docMk/>
            <pc:sldMk cId="1992267581" sldId="2770"/>
            <ac:picMk id="4" creationId="{7C3B9D37-9060-5D49-A233-1A5683C84CEB}"/>
          </ac:picMkLst>
        </pc:picChg>
        <pc:picChg chg="add del mod">
          <ac:chgData name="Naga Mahadeva" userId="2d3d2e38f9c357bf" providerId="LiveId" clId="{89A268DB-4518-41DC-B1E4-35446A2DC78F}" dt="2026-09-23T21:27:38.798" v="828" actId="478"/>
          <ac:picMkLst>
            <pc:docMk/>
            <pc:sldMk cId="1992267581" sldId="2770"/>
            <ac:picMk id="4" creationId="{9CD89E0D-CD89-3177-4FA9-81368542BFF7}"/>
          </ac:picMkLst>
        </pc:picChg>
        <pc:picChg chg="add del mod">
          <ac:chgData name="Naga Mahadeva" userId="2d3d2e38f9c357bf" providerId="LiveId" clId="{89A268DB-4518-41DC-B1E4-35446A2DC78F}" dt="2026-09-23T23:19:46.091" v="955" actId="478"/>
          <ac:picMkLst>
            <pc:docMk/>
            <pc:sldMk cId="1992267581" sldId="2770"/>
            <ac:picMk id="6" creationId="{173B026E-617F-28FD-3C96-BE23CE567E1A}"/>
          </ac:picMkLst>
        </pc:picChg>
        <pc:picChg chg="add del mod">
          <ac:chgData name="Naga Mahadeva" userId="2d3d2e38f9c357bf" providerId="LiveId" clId="{89A268DB-4518-41DC-B1E4-35446A2DC78F}" dt="2026-09-23T03:51:58.243" v="705" actId="478"/>
          <ac:picMkLst>
            <pc:docMk/>
            <pc:sldMk cId="1992267581" sldId="2770"/>
            <ac:picMk id="6" creationId="{E5CFC7B9-268C-0008-5C56-57E26DF8A815}"/>
          </ac:picMkLst>
        </pc:picChg>
        <pc:picChg chg="add del mod">
          <ac:chgData name="Naga Mahadeva" userId="2d3d2e38f9c357bf" providerId="LiveId" clId="{89A268DB-4518-41DC-B1E4-35446A2DC78F}" dt="2026-09-23T21:27:41.379" v="829" actId="478"/>
          <ac:picMkLst>
            <pc:docMk/>
            <pc:sldMk cId="1992267581" sldId="2770"/>
            <ac:picMk id="8" creationId="{DE07FBED-D387-8153-0FD9-814B395F556D}"/>
          </ac:picMkLst>
        </pc:picChg>
        <pc:picChg chg="add del mod">
          <ac:chgData name="Naga Mahadeva" userId="2d3d2e38f9c357bf" providerId="LiveId" clId="{89A268DB-4518-41DC-B1E4-35446A2DC78F}" dt="2026-09-23T23:58:08.704" v="1007" actId="478"/>
          <ac:picMkLst>
            <pc:docMk/>
            <pc:sldMk cId="1992267581" sldId="2770"/>
            <ac:picMk id="8" creationId="{F6C26C30-6AA6-EE91-61D2-A6FCEE9D312A}"/>
          </ac:picMkLst>
        </pc:picChg>
        <pc:picChg chg="add del mod">
          <ac:chgData name="Naga Mahadeva" userId="2d3d2e38f9c357bf" providerId="LiveId" clId="{89A268DB-4518-41DC-B1E4-35446A2DC78F}" dt="2026-09-23T03:51:15.278" v="694" actId="478"/>
          <ac:picMkLst>
            <pc:docMk/>
            <pc:sldMk cId="1992267581" sldId="2770"/>
            <ac:picMk id="10" creationId="{D0D99558-B415-3990-6B96-BE5995815F16}"/>
          </ac:picMkLst>
        </pc:picChg>
        <pc:picChg chg="add del mod">
          <ac:chgData name="Naga Mahadeva" userId="2d3d2e38f9c357bf" providerId="LiveId" clId="{89A268DB-4518-41DC-B1E4-35446A2DC78F}" dt="2026-09-23T23:19:48" v="956" actId="478"/>
          <ac:picMkLst>
            <pc:docMk/>
            <pc:sldMk cId="1992267581" sldId="2770"/>
            <ac:picMk id="11" creationId="{F97A5DDC-FC30-6F80-1AFC-E4032475B553}"/>
          </ac:picMkLst>
        </pc:picChg>
        <pc:picChg chg="add del mod">
          <ac:chgData name="Naga Mahadeva" userId="2d3d2e38f9c357bf" providerId="LiveId" clId="{89A268DB-4518-41DC-B1E4-35446A2DC78F}" dt="2026-09-23T21:27:43.347" v="830" actId="478"/>
          <ac:picMkLst>
            <pc:docMk/>
            <pc:sldMk cId="1992267581" sldId="2770"/>
            <ac:picMk id="12" creationId="{59DF3328-3ED3-354D-E4F2-DE101C7FF23D}"/>
          </ac:picMkLst>
        </pc:picChg>
        <pc:picChg chg="add del mod">
          <ac:chgData name="Naga Mahadeva" userId="2d3d2e38f9c357bf" providerId="LiveId" clId="{89A268DB-4518-41DC-B1E4-35446A2DC78F}" dt="2026-09-23T23:58:12.089" v="1009" actId="478"/>
          <ac:picMkLst>
            <pc:docMk/>
            <pc:sldMk cId="1992267581" sldId="2770"/>
            <ac:picMk id="12" creationId="{F9CF8196-8CB0-649C-D15A-4895AE482A16}"/>
          </ac:picMkLst>
        </pc:picChg>
        <pc:picChg chg="add del mod">
          <ac:chgData name="Naga Mahadeva" userId="2d3d2e38f9c357bf" providerId="LiveId" clId="{89A268DB-4518-41DC-B1E4-35446A2DC78F}" dt="2026-09-23T23:58:10.550" v="1008" actId="478"/>
          <ac:picMkLst>
            <pc:docMk/>
            <pc:sldMk cId="1992267581" sldId="2770"/>
            <ac:picMk id="14" creationId="{738D3994-BBF1-B097-486A-0358B4CD51B4}"/>
          </ac:picMkLst>
        </pc:picChg>
        <pc:picChg chg="add del mod">
          <ac:chgData name="Naga Mahadeva" userId="2d3d2e38f9c357bf" providerId="LiveId" clId="{89A268DB-4518-41DC-B1E4-35446A2DC78F}" dt="2026-09-23T23:19:42.698" v="953" actId="478"/>
          <ac:picMkLst>
            <pc:docMk/>
            <pc:sldMk cId="1992267581" sldId="2770"/>
            <ac:picMk id="15" creationId="{83665AAD-DBFE-8424-8E3F-829ECC780104}"/>
          </ac:picMkLst>
        </pc:picChg>
        <pc:picChg chg="add del mod">
          <ac:chgData name="Naga Mahadeva" userId="2d3d2e38f9c357bf" providerId="LiveId" clId="{89A268DB-4518-41DC-B1E4-35446A2DC78F}" dt="2026-09-23T23:19:49.469" v="957" actId="478"/>
          <ac:picMkLst>
            <pc:docMk/>
            <pc:sldMk cId="1992267581" sldId="2770"/>
            <ac:picMk id="17" creationId="{0C8A0848-AFE4-6D4E-AA5A-4EED01FB6CB0}"/>
          </ac:picMkLst>
        </pc:picChg>
        <pc:picChg chg="add del mod">
          <ac:chgData name="Naga Mahadeva" userId="2d3d2e38f9c357bf" providerId="LiveId" clId="{89A268DB-4518-41DC-B1E4-35446A2DC78F}" dt="2026-09-23T23:58:13.718" v="1010" actId="478"/>
          <ac:picMkLst>
            <pc:docMk/>
            <pc:sldMk cId="1992267581" sldId="2770"/>
            <ac:picMk id="18" creationId="{F3DC05B0-1E66-2174-CC43-FC8E0736D44F}"/>
          </ac:picMkLst>
        </pc:picChg>
      </pc:sldChg>
      <pc:sldChg chg="addSp delSp modSp mod">
        <pc:chgData name="Naga Mahadeva" userId="2d3d2e38f9c357bf" providerId="LiveId" clId="{89A268DB-4518-41DC-B1E4-35446A2DC78F}" dt="2026-09-24T00:00:49.742" v="1035" actId="14100"/>
        <pc:sldMkLst>
          <pc:docMk/>
          <pc:sldMk cId="4290495646" sldId="2771"/>
        </pc:sldMkLst>
        <pc:spChg chg="mod">
          <ac:chgData name="Naga Mahadeva" userId="2d3d2e38f9c357bf" providerId="LiveId" clId="{89A268DB-4518-41DC-B1E4-35446A2DC78F}" dt="2026-09-24T00:00:07.297" v="1026"/>
          <ac:spMkLst>
            <pc:docMk/>
            <pc:sldMk cId="4290495646" sldId="2771"/>
            <ac:spMk id="7" creationId="{F5A900BB-2082-BDB1-9B47-92E75EC284B1}"/>
          </ac:spMkLst>
        </pc:spChg>
        <pc:spChg chg="del mod">
          <ac:chgData name="Naga Mahadeva" userId="2d3d2e38f9c357bf" providerId="LiveId" clId="{89A268DB-4518-41DC-B1E4-35446A2DC78F}" dt="2026-09-23T22:38:42.973" v="880" actId="478"/>
          <ac:spMkLst>
            <pc:docMk/>
            <pc:sldMk cId="4290495646" sldId="2771"/>
            <ac:spMk id="8" creationId="{58190787-969A-0913-6F9F-5B1310FC9333}"/>
          </ac:spMkLst>
        </pc:spChg>
        <pc:picChg chg="add del mod">
          <ac:chgData name="Naga Mahadeva" userId="2d3d2e38f9c357bf" providerId="LiveId" clId="{89A268DB-4518-41DC-B1E4-35446A2DC78F}" dt="2026-09-23T23:22:08.063" v="975" actId="478"/>
          <ac:picMkLst>
            <pc:docMk/>
            <pc:sldMk cId="4290495646" sldId="2771"/>
            <ac:picMk id="3" creationId="{760FA3AD-C47C-B4F7-3C1B-9FABF2C27E3A}"/>
          </ac:picMkLst>
        </pc:picChg>
        <pc:picChg chg="add del mod">
          <ac:chgData name="Naga Mahadeva" userId="2d3d2e38f9c357bf" providerId="LiveId" clId="{89A268DB-4518-41DC-B1E4-35446A2DC78F}" dt="2026-09-23T03:54:20.514" v="729" actId="478"/>
          <ac:picMkLst>
            <pc:docMk/>
            <pc:sldMk cId="4290495646" sldId="2771"/>
            <ac:picMk id="3" creationId="{859CBB65-72A2-8A62-9CB3-506BB6D1492F}"/>
          </ac:picMkLst>
        </pc:picChg>
        <pc:picChg chg="add mod">
          <ac:chgData name="Naga Mahadeva" userId="2d3d2e38f9c357bf" providerId="LiveId" clId="{89A268DB-4518-41DC-B1E4-35446A2DC78F}" dt="2026-09-24T00:00:49.742" v="1035" actId="14100"/>
          <ac:picMkLst>
            <pc:docMk/>
            <pc:sldMk cId="4290495646" sldId="2771"/>
            <ac:picMk id="3" creationId="{E2E1FFE4-550B-48A4-8DC0-DA6C4C3F48EA}"/>
          </ac:picMkLst>
        </pc:picChg>
        <pc:picChg chg="add del mod">
          <ac:chgData name="Naga Mahadeva" userId="2d3d2e38f9c357bf" providerId="LiveId" clId="{89A268DB-4518-41DC-B1E4-35446A2DC78F}" dt="2026-09-24T00:00:10.753" v="1028" actId="478"/>
          <ac:picMkLst>
            <pc:docMk/>
            <pc:sldMk cId="4290495646" sldId="2771"/>
            <ac:picMk id="4" creationId="{A92A5FD7-9273-F142-FCA8-47A726150B04}"/>
          </ac:picMkLst>
        </pc:picChg>
        <pc:picChg chg="add del mod">
          <ac:chgData name="Naga Mahadeva" userId="2d3d2e38f9c357bf" providerId="LiveId" clId="{89A268DB-4518-41DC-B1E4-35446A2DC78F}" dt="2026-09-23T00:27:56.691" v="593" actId="478"/>
          <ac:picMkLst>
            <pc:docMk/>
            <pc:sldMk cId="4290495646" sldId="2771"/>
            <ac:picMk id="4" creationId="{B2FB750B-15E2-FA01-BEA3-EAE2EE095572}"/>
          </ac:picMkLst>
        </pc:picChg>
        <pc:picChg chg="add del mod">
          <ac:chgData name="Naga Mahadeva" userId="2d3d2e38f9c357bf" providerId="LiveId" clId="{89A268DB-4518-41DC-B1E4-35446A2DC78F}" dt="2026-09-23T22:38:06.797" v="871" actId="478"/>
          <ac:picMkLst>
            <pc:docMk/>
            <pc:sldMk cId="4290495646" sldId="2771"/>
            <ac:picMk id="4" creationId="{D0C7D75E-C074-7317-96B8-2ADE02F7F9A8}"/>
          </ac:picMkLst>
        </pc:picChg>
        <pc:picChg chg="add del mod">
          <ac:chgData name="Naga Mahadeva" userId="2d3d2e38f9c357bf" providerId="LiveId" clId="{89A268DB-4518-41DC-B1E4-35446A2DC78F}" dt="2026-09-23T23:22:06.353" v="974" actId="478"/>
          <ac:picMkLst>
            <pc:docMk/>
            <pc:sldMk cId="4290495646" sldId="2771"/>
            <ac:picMk id="6" creationId="{EF54079A-CDAE-B531-68B3-370B96DF18BF}"/>
          </ac:picMkLst>
        </pc:picChg>
        <pc:picChg chg="add del mod">
          <ac:chgData name="Naga Mahadeva" userId="2d3d2e38f9c357bf" providerId="LiveId" clId="{89A268DB-4518-41DC-B1E4-35446A2DC78F}" dt="2026-09-24T00:00:12.418" v="1029" actId="478"/>
          <ac:picMkLst>
            <pc:docMk/>
            <pc:sldMk cId="4290495646" sldId="2771"/>
            <ac:picMk id="8" creationId="{620FBF95-E07D-B1D6-9001-796FA343A0ED}"/>
          </ac:picMkLst>
        </pc:picChg>
        <pc:picChg chg="add del mod">
          <ac:chgData name="Naga Mahadeva" userId="2d3d2e38f9c357bf" providerId="LiveId" clId="{89A268DB-4518-41DC-B1E4-35446A2DC78F}" dt="2026-09-24T00:00:09.176" v="1027" actId="478"/>
          <ac:picMkLst>
            <pc:docMk/>
            <pc:sldMk cId="4290495646" sldId="2771"/>
            <ac:picMk id="10" creationId="{D9FF9941-DF67-E2BD-583D-9B9E55D0483D}"/>
          </ac:picMkLst>
        </pc:picChg>
      </pc:sldChg>
      <pc:sldChg chg="addSp delSp modSp del mod">
        <pc:chgData name="Naga Mahadeva" userId="2d3d2e38f9c357bf" providerId="LiveId" clId="{89A268DB-4518-41DC-B1E4-35446A2DC78F}" dt="2026-09-23T03:59:16.975" v="772" actId="47"/>
        <pc:sldMkLst>
          <pc:docMk/>
          <pc:sldMk cId="673386160" sldId="2772"/>
        </pc:sldMkLst>
        <pc:spChg chg="mod">
          <ac:chgData name="Naga Mahadeva" userId="2d3d2e38f9c357bf" providerId="LiveId" clId="{89A268DB-4518-41DC-B1E4-35446A2DC78F}" dt="2026-09-23T00:32:02.851" v="631"/>
          <ac:spMkLst>
            <pc:docMk/>
            <pc:sldMk cId="673386160" sldId="2772"/>
            <ac:spMk id="7" creationId="{5A729299-2ACE-58EE-C6A2-9612CF07C785}"/>
          </ac:spMkLst>
        </pc:spChg>
        <pc:spChg chg="mod">
          <ac:chgData name="Naga Mahadeva" userId="2d3d2e38f9c357bf" providerId="LiveId" clId="{89A268DB-4518-41DC-B1E4-35446A2DC78F}" dt="2026-09-23T00:32:42.654" v="634"/>
          <ac:spMkLst>
            <pc:docMk/>
            <pc:sldMk cId="673386160" sldId="2772"/>
            <ac:spMk id="8" creationId="{C7513FB3-E6AA-239A-7A9B-384CC113B573}"/>
          </ac:spMkLst>
        </pc:spChg>
        <pc:picChg chg="add mod">
          <ac:chgData name="Naga Mahadeva" userId="2d3d2e38f9c357bf" providerId="LiveId" clId="{89A268DB-4518-41DC-B1E4-35446A2DC78F}" dt="2026-09-23T00:33:17.937" v="637" actId="27614"/>
          <ac:picMkLst>
            <pc:docMk/>
            <pc:sldMk cId="673386160" sldId="2772"/>
            <ac:picMk id="3" creationId="{5C2A0863-AE0E-D236-3229-E2633D58C6A7}"/>
          </ac:picMkLst>
        </pc:picChg>
        <pc:picChg chg="add del mod">
          <ac:chgData name="Naga Mahadeva" userId="2d3d2e38f9c357bf" providerId="LiveId" clId="{89A268DB-4518-41DC-B1E4-35446A2DC78F}" dt="2026-09-23T00:32:37.456" v="633" actId="478"/>
          <ac:picMkLst>
            <pc:docMk/>
            <pc:sldMk cId="673386160" sldId="2772"/>
            <ac:picMk id="4" creationId="{E5A1DC70-6FFB-652C-5A48-BBC412D73DAA}"/>
          </ac:picMkLst>
        </pc:picChg>
      </pc:sldChg>
      <pc:sldChg chg="addSp delSp modSp del mod">
        <pc:chgData name="Naga Mahadeva" userId="2d3d2e38f9c357bf" providerId="LiveId" clId="{89A268DB-4518-41DC-B1E4-35446A2DC78F}" dt="2026-09-23T00:31:58.584" v="630" actId="47"/>
        <pc:sldMkLst>
          <pc:docMk/>
          <pc:sldMk cId="185974604" sldId="2773"/>
        </pc:sldMkLst>
      </pc:sldChg>
      <pc:sldChg chg="addSp delSp modSp del mod">
        <pc:chgData name="Naga Mahadeva" userId="2d3d2e38f9c357bf" providerId="LiveId" clId="{89A268DB-4518-41DC-B1E4-35446A2DC78F}" dt="2026-09-23T00:31:56.996" v="629" actId="47"/>
        <pc:sldMkLst>
          <pc:docMk/>
          <pc:sldMk cId="3324089155" sldId="2774"/>
        </pc:sldMkLst>
      </pc:sldChg>
      <pc:sldChg chg="addSp delSp modSp new del mod">
        <pc:chgData name="Naga Mahadeva" userId="2d3d2e38f9c357bf" providerId="LiveId" clId="{89A268DB-4518-41DC-B1E4-35446A2DC78F}" dt="2026-09-23T23:22:55.278" v="984" actId="47"/>
        <pc:sldMkLst>
          <pc:docMk/>
          <pc:sldMk cId="595931113" sldId="2775"/>
        </pc:sldMkLst>
        <pc:spChg chg="del">
          <ac:chgData name="Naga Mahadeva" userId="2d3d2e38f9c357bf" providerId="LiveId" clId="{89A268DB-4518-41DC-B1E4-35446A2DC78F}" dt="2026-09-23T00:29:02.629" v="603" actId="478"/>
          <ac:spMkLst>
            <pc:docMk/>
            <pc:sldMk cId="595931113" sldId="2775"/>
            <ac:spMk id="2" creationId="{CDFD8F3A-0370-B96D-FA17-4E829537B1BC}"/>
          </ac:spMkLst>
        </pc:spChg>
        <pc:spChg chg="del">
          <ac:chgData name="Naga Mahadeva" userId="2d3d2e38f9c357bf" providerId="LiveId" clId="{89A268DB-4518-41DC-B1E4-35446A2DC78F}" dt="2026-09-23T00:29:04.992" v="604" actId="478"/>
          <ac:spMkLst>
            <pc:docMk/>
            <pc:sldMk cId="595931113" sldId="2775"/>
            <ac:spMk id="3" creationId="{358876D6-9C24-6640-0236-C08BC342BE6F}"/>
          </ac:spMkLst>
        </pc:spChg>
        <pc:spChg chg="del">
          <ac:chgData name="Naga Mahadeva" userId="2d3d2e38f9c357bf" providerId="LiveId" clId="{89A268DB-4518-41DC-B1E4-35446A2DC78F}" dt="2026-09-23T00:29:12.136" v="606" actId="478"/>
          <ac:spMkLst>
            <pc:docMk/>
            <pc:sldMk cId="595931113" sldId="2775"/>
            <ac:spMk id="4" creationId="{1C33C2E1-4896-EFFC-18AD-46C5F6CC7E84}"/>
          </ac:spMkLst>
        </pc:spChg>
        <pc:spChg chg="del">
          <ac:chgData name="Naga Mahadeva" userId="2d3d2e38f9c357bf" providerId="LiveId" clId="{89A268DB-4518-41DC-B1E4-35446A2DC78F}" dt="2026-09-23T00:29:07.354" v="605" actId="478"/>
          <ac:spMkLst>
            <pc:docMk/>
            <pc:sldMk cId="595931113" sldId="2775"/>
            <ac:spMk id="5" creationId="{42B549C3-9293-01C0-5FC1-9F9E4934B2AA}"/>
          </ac:spMkLst>
        </pc:spChg>
        <pc:spChg chg="add mod">
          <ac:chgData name="Naga Mahadeva" userId="2d3d2e38f9c357bf" providerId="LiveId" clId="{89A268DB-4518-41DC-B1E4-35446A2DC78F}" dt="2026-09-23T22:39:30.422" v="885"/>
          <ac:spMkLst>
            <pc:docMk/>
            <pc:sldMk cId="595931113" sldId="2775"/>
            <ac:spMk id="7" creationId="{0B186C05-3FB4-704F-C79A-B2139868C050}"/>
          </ac:spMkLst>
        </pc:spChg>
        <pc:spChg chg="add del mod">
          <ac:chgData name="Naga Mahadeva" userId="2d3d2e38f9c357bf" providerId="LiveId" clId="{89A268DB-4518-41DC-B1E4-35446A2DC78F}" dt="2026-09-23T22:40:02.530" v="891" actId="478"/>
          <ac:spMkLst>
            <pc:docMk/>
            <pc:sldMk cId="595931113" sldId="2775"/>
            <ac:spMk id="8" creationId="{49FE7F1B-306D-6B26-B0C9-062DC815A797}"/>
          </ac:spMkLst>
        </pc:spChg>
        <pc:spChg chg="add del mod">
          <ac:chgData name="Naga Mahadeva" userId="2d3d2e38f9c357bf" providerId="LiveId" clId="{89A268DB-4518-41DC-B1E4-35446A2DC78F}" dt="2026-09-23T22:39:52.603" v="887" actId="478"/>
          <ac:spMkLst>
            <pc:docMk/>
            <pc:sldMk cId="595931113" sldId="2775"/>
            <ac:spMk id="9" creationId="{6AF4D90F-8DF6-4AEB-BD2B-55C42385D4E8}"/>
          </ac:spMkLst>
        </pc:spChg>
        <pc:spChg chg="add del mod">
          <ac:chgData name="Naga Mahadeva" userId="2d3d2e38f9c357bf" providerId="LiveId" clId="{89A268DB-4518-41DC-B1E4-35446A2DC78F}" dt="2026-09-23T22:39:55.650" v="888" actId="478"/>
          <ac:spMkLst>
            <pc:docMk/>
            <pc:sldMk cId="595931113" sldId="2775"/>
            <ac:spMk id="12" creationId="{7D8C40E4-788E-798B-1BAC-FFC4BA294927}"/>
          </ac:spMkLst>
        </pc:spChg>
        <pc:picChg chg="add del mod">
          <ac:chgData name="Naga Mahadeva" userId="2d3d2e38f9c357bf" providerId="LiveId" clId="{89A268DB-4518-41DC-B1E4-35446A2DC78F}" dt="2026-09-23T22:39:50.400" v="886" actId="478"/>
          <ac:picMkLst>
            <pc:docMk/>
            <pc:sldMk cId="595931113" sldId="2775"/>
            <ac:picMk id="3" creationId="{20F4074F-2505-EFE9-D61D-FE19AEE9F303}"/>
          </ac:picMkLst>
        </pc:picChg>
        <pc:picChg chg="add mod">
          <ac:chgData name="Naga Mahadeva" userId="2d3d2e38f9c357bf" providerId="LiveId" clId="{89A268DB-4518-41DC-B1E4-35446A2DC78F}" dt="2026-09-23T22:40:16.333" v="897" actId="27614"/>
          <ac:picMkLst>
            <pc:docMk/>
            <pc:sldMk cId="595931113" sldId="2775"/>
            <ac:picMk id="4" creationId="{83E17E3F-7748-6E93-39E1-E546B772E610}"/>
          </ac:picMkLst>
        </pc:picChg>
        <pc:picChg chg="add del mod">
          <ac:chgData name="Naga Mahadeva" userId="2d3d2e38f9c357bf" providerId="LiveId" clId="{89A268DB-4518-41DC-B1E4-35446A2DC78F}" dt="2026-09-23T22:39:57.403" v="889" actId="478"/>
          <ac:picMkLst>
            <pc:docMk/>
            <pc:sldMk cId="595931113" sldId="2775"/>
            <ac:picMk id="5" creationId="{2C8503DE-F8D6-A60E-F610-3949ED320BD1}"/>
          </ac:picMkLst>
        </pc:picChg>
        <pc:picChg chg="add mod">
          <ac:chgData name="Naga Mahadeva" userId="2d3d2e38f9c357bf" providerId="LiveId" clId="{89A268DB-4518-41DC-B1E4-35446A2DC78F}" dt="2026-09-23T22:40:55.744" v="904" actId="1076"/>
          <ac:picMkLst>
            <pc:docMk/>
            <pc:sldMk cId="595931113" sldId="2775"/>
            <ac:picMk id="11" creationId="{07336A0E-1B3F-DC0C-0897-F3D991F174AD}"/>
          </ac:picMkLst>
        </pc:picChg>
        <pc:picChg chg="add del mod">
          <ac:chgData name="Naga Mahadeva" userId="2d3d2e38f9c357bf" providerId="LiveId" clId="{89A268DB-4518-41DC-B1E4-35446A2DC78F}" dt="2026-09-23T03:57:12.604" v="753" actId="478"/>
          <ac:picMkLst>
            <pc:docMk/>
            <pc:sldMk cId="595931113" sldId="2775"/>
            <ac:picMk id="11" creationId="{CBF0CB58-892A-C4F9-18CC-275CA72EBBF8}"/>
          </ac:picMkLst>
        </pc:picChg>
        <pc:picChg chg="add del mod">
          <ac:chgData name="Naga Mahadeva" userId="2d3d2e38f9c357bf" providerId="LiveId" clId="{89A268DB-4518-41DC-B1E4-35446A2DC78F}" dt="2026-09-23T22:40:03.988" v="892" actId="478"/>
          <ac:picMkLst>
            <pc:docMk/>
            <pc:sldMk cId="595931113" sldId="2775"/>
            <ac:picMk id="13" creationId="{06B88FD1-E5BF-BB3A-01EC-22279FB3AB5A}"/>
          </ac:picMkLst>
        </pc:picChg>
        <pc:picChg chg="add mod">
          <ac:chgData name="Naga Mahadeva" userId="2d3d2e38f9c357bf" providerId="LiveId" clId="{89A268DB-4518-41DC-B1E4-35446A2DC78F}" dt="2026-09-23T22:41:23.296" v="907" actId="27614"/>
          <ac:picMkLst>
            <pc:docMk/>
            <pc:sldMk cId="595931113" sldId="2775"/>
            <ac:picMk id="15" creationId="{C68D0041-15B6-FC4C-F22D-ABE942FF596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D05EE-1874-40CA-ACBB-AAFE8CEAEC56}" type="datetimeFigureOut">
              <a:t>9/23/2026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B9498-FDEE-4498-AC3A-C83DFCC8A50A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776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65C32D-63EE-4133-9108-A2BD34E475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7162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172" y="3425399"/>
            <a:ext cx="7685140" cy="2621154"/>
          </a:xfrm>
        </p:spPr>
        <p:txBody>
          <a:bodyPr anchor="b">
            <a:noAutofit/>
          </a:bodyPr>
          <a:lstStyle>
            <a:lvl1pPr algn="l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172" y="415057"/>
            <a:ext cx="7685139" cy="141409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4EF954-66B1-4168-AF40-97F3DAF43FC4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351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26233410-150A-4A72-BF63-6D3ACBC30148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10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91AF1D09-6B76-4716-AD3D-9F53166D3BF5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205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93302"/>
            <a:ext cx="11125032" cy="9651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72" y="1384847"/>
            <a:ext cx="11125032" cy="4905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D4C7-8630-4B98-978C-30388BBD4EE8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443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9E06FED-92D3-C4D6-28D7-600D842F7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1733150" cy="5135804"/>
          </a:xfrm>
          <a:custGeom>
            <a:avLst/>
            <a:gdLst>
              <a:gd name="connsiteX0" fmla="*/ 0 w 11733150"/>
              <a:gd name="connsiteY0" fmla="*/ 0 h 5135804"/>
              <a:gd name="connsiteX1" fmla="*/ 11733150 w 11733150"/>
              <a:gd name="connsiteY1" fmla="*/ 0 h 5135804"/>
              <a:gd name="connsiteX2" fmla="*/ 11733150 w 11733150"/>
              <a:gd name="connsiteY2" fmla="*/ 4533808 h 5135804"/>
              <a:gd name="connsiteX3" fmla="*/ 11131154 w 11733150"/>
              <a:gd name="connsiteY3" fmla="*/ 5135804 h 5135804"/>
              <a:gd name="connsiteX4" fmla="*/ 0 w 11733150"/>
              <a:gd name="connsiteY4" fmla="*/ 5135804 h 5135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5135804">
                <a:moveTo>
                  <a:pt x="0" y="0"/>
                </a:moveTo>
                <a:lnTo>
                  <a:pt x="11733150" y="0"/>
                </a:lnTo>
                <a:lnTo>
                  <a:pt x="11733150" y="4533808"/>
                </a:lnTo>
                <a:cubicBezTo>
                  <a:pt x="11733150" y="4866281"/>
                  <a:pt x="11463627" y="5135804"/>
                  <a:pt x="11131154" y="5135804"/>
                </a:cubicBezTo>
                <a:lnTo>
                  <a:pt x="0" y="51358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C13480A-5F85-4A30-80F2-F92581C6474C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18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anchor="t">
            <a:normAutofit/>
          </a:bodyPr>
          <a:lstStyle>
            <a:lvl1pPr algn="l">
              <a:defRPr sz="5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D161DAC-42AF-C3D9-37A1-04B90F30DE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6160" y="0"/>
            <a:ext cx="6605841" cy="639915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B2BF18D3-87BE-4A2D-AD2C-B21E415FD900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7403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anchor="t">
            <a:normAutofit/>
          </a:bodyPr>
          <a:lstStyle>
            <a:lvl1pPr algn="l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E3B02A-3B83-3083-3F07-26E25C6C13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7248" y="0"/>
            <a:ext cx="5674753" cy="6399152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73F0B94E-0195-4FC9-AEFD-CCBB878ACEDF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3286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anchor="t">
            <a:normAutofit/>
          </a:bodyPr>
          <a:lstStyle>
            <a:lvl1pPr algn="l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D6AB98B-BD95-F9FC-BB22-1A89B6EE3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04503" cy="6399152"/>
          </a:xfrm>
          <a:custGeom>
            <a:avLst/>
            <a:gdLst>
              <a:gd name="connsiteX0" fmla="*/ 0 w 6604503"/>
              <a:gd name="connsiteY0" fmla="*/ 0 h 6399152"/>
              <a:gd name="connsiteX1" fmla="*/ 6604503 w 6604503"/>
              <a:gd name="connsiteY1" fmla="*/ 0 h 6399152"/>
              <a:gd name="connsiteX2" fmla="*/ 6604503 w 6604503"/>
              <a:gd name="connsiteY2" fmla="*/ 5797156 h 6399152"/>
              <a:gd name="connsiteX3" fmla="*/ 6002507 w 6604503"/>
              <a:gd name="connsiteY3" fmla="*/ 6399152 h 6399152"/>
              <a:gd name="connsiteX4" fmla="*/ 0 w 6604503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4503" h="6399152">
                <a:moveTo>
                  <a:pt x="0" y="0"/>
                </a:moveTo>
                <a:lnTo>
                  <a:pt x="6604503" y="0"/>
                </a:lnTo>
                <a:lnTo>
                  <a:pt x="6604503" y="5797156"/>
                </a:lnTo>
                <a:cubicBezTo>
                  <a:pt x="6604503" y="6129629"/>
                  <a:pt x="6334980" y="6399152"/>
                  <a:pt x="6002507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9B0F68CC-6BDD-49E7-8971-97164A4B1FA2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11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423160"/>
            <a:ext cx="520293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lphaLcPeriod"/>
              <a:defRPr lang="en-US" dirty="0"/>
            </a:lvl2pPr>
            <a:lvl3pPr marL="800100" indent="-342900">
              <a:buFont typeface="+mj-lt"/>
              <a:buAutoNum type="romanLcPeriod"/>
              <a:defRPr lang="en-US" dirty="0"/>
            </a:lvl3pPr>
            <a:lvl4pPr marL="914400" indent="-228600">
              <a:buFont typeface="+mj-lt"/>
              <a:buAutoNum type="arabicParenR"/>
              <a:defRPr lang="en-US" dirty="0"/>
            </a:lvl4pPr>
            <a:lvl5pPr marL="1143000" indent="-228600">
              <a:buFont typeface="+mj-lt"/>
              <a:buAutoNum type="alphaLcParenR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4D5D5-F2FF-4BCB-BACC-FA9A736697CB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66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D60ACDC-1760-F721-E270-0D2FC4872D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002464" cy="639915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lphaLcPeriod"/>
              <a:defRPr sz="1600"/>
            </a:lvl2pPr>
            <a:lvl3pPr marL="800100" indent="-342900">
              <a:buFont typeface="+mj-lt"/>
              <a:buAutoNum type="romanLcPeriod"/>
              <a:defRPr sz="1400"/>
            </a:lvl3pPr>
            <a:lvl4pPr marL="914400" indent="-228600">
              <a:buFont typeface="+mj-lt"/>
              <a:buAutoNum type="arabicParenR"/>
              <a:defRPr sz="1200"/>
            </a:lvl4pPr>
            <a:lvl5pPr marL="1143000" indent="-228600">
              <a:buFont typeface="+mj-lt"/>
              <a:buAutoNum type="alphaLcParenR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747D10D-DAA6-49BD-BCDC-42DE71F72A89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8163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47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Click to edit Master text styles</a:t>
            </a:r>
          </a:p>
          <a:p>
            <a:pPr marL="2286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Second level</a:t>
            </a:r>
          </a:p>
          <a:p>
            <a:pPr marL="2286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Third level</a:t>
            </a:r>
          </a:p>
          <a:p>
            <a:pPr marL="2286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Fourth level</a:t>
            </a:r>
          </a:p>
          <a:p>
            <a:pPr marL="2286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Fifth level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131313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C55D-C47D-42B9-AD20-3E2CCE08596C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164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44AD-1FB0-4882-B380-D102D5E41B49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317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FD0E9-BB2A-40F4-9FCA-339953EA9BCB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539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715"/>
            <a:ext cx="5968098" cy="5719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DCE86-7B4C-43EC-801D-4B957536C306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960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3FCD9-BE24-4676-9D2E-63D9ED82EDA2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222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29450"/>
            <a:ext cx="11924209" cy="6199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290A-121B-47D5-B4CD-63E70D76A5D5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629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E823DF8-AABE-3B17-254E-81CD7CA2B5B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4" y="0"/>
            <a:ext cx="6454406" cy="6399152"/>
          </a:xfrm>
          <a:custGeom>
            <a:avLst/>
            <a:gdLst>
              <a:gd name="connsiteX0" fmla="*/ 0 w 6454406"/>
              <a:gd name="connsiteY0" fmla="*/ 0 h 6399152"/>
              <a:gd name="connsiteX1" fmla="*/ 6454406 w 6454406"/>
              <a:gd name="connsiteY1" fmla="*/ 0 h 6399152"/>
              <a:gd name="connsiteX2" fmla="*/ 6454406 w 6454406"/>
              <a:gd name="connsiteY2" fmla="*/ 6399152 h 6399152"/>
              <a:gd name="connsiteX3" fmla="*/ 601995 w 6454406"/>
              <a:gd name="connsiteY3" fmla="*/ 6399152 h 6399152"/>
              <a:gd name="connsiteX4" fmla="*/ 0 w 6454406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6" h="6399152">
                <a:moveTo>
                  <a:pt x="0" y="0"/>
                </a:moveTo>
                <a:lnTo>
                  <a:pt x="6454406" y="0"/>
                </a:lnTo>
                <a:lnTo>
                  <a:pt x="6454406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58D8-7EDF-40A6-A98C-8CBDF59A319E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8124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F26914B-7405-10AB-A859-8165D7B1A9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659130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6DF7C3E-B5DF-4043-B2F9-CD94B277B81B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250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8FA1BA0-D099-705F-F85E-3FBC782F76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02843" y="2"/>
            <a:ext cx="7689157" cy="6399151"/>
          </a:xfrm>
          <a:custGeom>
            <a:avLst/>
            <a:gdLst>
              <a:gd name="connsiteX0" fmla="*/ 0 w 7689157"/>
              <a:gd name="connsiteY0" fmla="*/ 0 h 6399151"/>
              <a:gd name="connsiteX1" fmla="*/ 7689157 w 7689157"/>
              <a:gd name="connsiteY1" fmla="*/ 0 h 6399151"/>
              <a:gd name="connsiteX2" fmla="*/ 7689157 w 7689157"/>
              <a:gd name="connsiteY2" fmla="*/ 6399151 h 6399151"/>
              <a:gd name="connsiteX3" fmla="*/ 601997 w 7689157"/>
              <a:gd name="connsiteY3" fmla="*/ 6399151 h 6399151"/>
              <a:gd name="connsiteX4" fmla="*/ 0 w 7689157"/>
              <a:gd name="connsiteY4" fmla="*/ 5797155 h 63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1">
                <a:moveTo>
                  <a:pt x="0" y="0"/>
                </a:moveTo>
                <a:lnTo>
                  <a:pt x="7689157" y="0"/>
                </a:lnTo>
                <a:lnTo>
                  <a:pt x="7689157" y="6399151"/>
                </a:lnTo>
                <a:lnTo>
                  <a:pt x="601997" y="6399151"/>
                </a:lnTo>
                <a:cubicBezTo>
                  <a:pt x="269523" y="6399151"/>
                  <a:pt x="0" y="6129628"/>
                  <a:pt x="0" y="5797155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4F04B89-F088-43E2-8F95-5A2E5E9F612E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7602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44EE1A0-D83B-FE6C-4495-F55C5070D5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0FCFF8D-E3E3-4D6C-85D1-1D24204FD961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7172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696DEB7-ADC8-3E90-7A63-F11D6535D0E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3806246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9AD81-0F74-4052-9D15-1FCBE10FF531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439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558516-7088-BB33-D6DC-15ED4C60CBA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60" y="3067414"/>
            <a:ext cx="11750040" cy="3790586"/>
          </a:xfrm>
          <a:custGeom>
            <a:avLst/>
            <a:gdLst>
              <a:gd name="connsiteX0" fmla="*/ 603695 w 11750040"/>
              <a:gd name="connsiteY0" fmla="*/ 0 h 3790586"/>
              <a:gd name="connsiteX1" fmla="*/ 11750040 w 11750040"/>
              <a:gd name="connsiteY1" fmla="*/ 0 h 3790586"/>
              <a:gd name="connsiteX2" fmla="*/ 11750040 w 11750040"/>
              <a:gd name="connsiteY2" fmla="*/ 3790586 h 3790586"/>
              <a:gd name="connsiteX3" fmla="*/ 0 w 11750040"/>
              <a:gd name="connsiteY3" fmla="*/ 3790586 h 3790586"/>
              <a:gd name="connsiteX4" fmla="*/ 0 w 11750040"/>
              <a:gd name="connsiteY4" fmla="*/ 603695 h 3790586"/>
              <a:gd name="connsiteX5" fmla="*/ 603695 w 11750040"/>
              <a:gd name="connsiteY5" fmla="*/ 0 h 379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50040" h="3790586">
                <a:moveTo>
                  <a:pt x="603695" y="0"/>
                </a:moveTo>
                <a:lnTo>
                  <a:pt x="11750040" y="0"/>
                </a:lnTo>
                <a:lnTo>
                  <a:pt x="11750040" y="3790586"/>
                </a:lnTo>
                <a:lnTo>
                  <a:pt x="0" y="3790586"/>
                </a:lnTo>
                <a:lnTo>
                  <a:pt x="0" y="603695"/>
                </a:lnTo>
                <a:cubicBezTo>
                  <a:pt x="0" y="270283"/>
                  <a:pt x="270283" y="0"/>
                  <a:pt x="603695" y="0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40460"/>
            <a:ext cx="3494314" cy="338328"/>
          </a:xfrm>
        </p:spPr>
        <p:txBody>
          <a:bodyPr/>
          <a:lstStyle/>
          <a:p>
            <a:fld id="{58567813-D47B-4BA9-A366-45E7794B6608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40460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40460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155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073E866-A871-62F7-1E54-F2A44278F8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628650" indent="-171450">
              <a:buFont typeface="Arial" panose="020B0604020202020204" pitchFamily="34" charset="0"/>
              <a:buChar char="•"/>
              <a:defRPr sz="1200"/>
            </a:lvl3pPr>
            <a:lvl4pPr marL="857250" indent="-171450">
              <a:buFont typeface="Arial" panose="020B0604020202020204" pitchFamily="34" charset="0"/>
              <a:buChar char="•"/>
              <a:defRPr sz="1100"/>
            </a:lvl4pPr>
            <a:lvl5pPr marL="1085850" indent="-17145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C75A4F-7395-44C0-9A76-83F0F6EA512A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2712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5B30A2-D0D1-DED2-1133-A673CEA16AE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4724868"/>
          </a:xfrm>
          <a:custGeom>
            <a:avLst/>
            <a:gdLst>
              <a:gd name="connsiteX0" fmla="*/ 0 w 11750040"/>
              <a:gd name="connsiteY0" fmla="*/ 0 h 4724868"/>
              <a:gd name="connsiteX1" fmla="*/ 11750040 w 11750040"/>
              <a:gd name="connsiteY1" fmla="*/ 0 h 4724868"/>
              <a:gd name="connsiteX2" fmla="*/ 11750040 w 11750040"/>
              <a:gd name="connsiteY2" fmla="*/ 4122872 h 4724868"/>
              <a:gd name="connsiteX3" fmla="*/ 11148044 w 11750040"/>
              <a:gd name="connsiteY3" fmla="*/ 4724868 h 4724868"/>
              <a:gd name="connsiteX4" fmla="*/ 0 w 11750040"/>
              <a:gd name="connsiteY4" fmla="*/ 4724868 h 472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4724868">
                <a:moveTo>
                  <a:pt x="0" y="0"/>
                </a:moveTo>
                <a:lnTo>
                  <a:pt x="11750040" y="0"/>
                </a:lnTo>
                <a:lnTo>
                  <a:pt x="11750040" y="4122872"/>
                </a:lnTo>
                <a:cubicBezTo>
                  <a:pt x="11750040" y="4455345"/>
                  <a:pt x="11480517" y="4724868"/>
                  <a:pt x="11148044" y="4724868"/>
                </a:cubicBezTo>
                <a:lnTo>
                  <a:pt x="0" y="4724868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EDCC-520A-464B-900A-5F7E0E1FFC43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6097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1AB8ED2-AD91-CB22-5624-BD41AB32529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844052" cy="6399152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6C1D43-E95A-44CE-BF39-AC264176BC74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362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36AA50-FCF9-9A32-68F8-A124C79490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53304" y="0"/>
            <a:ext cx="4838696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395D-714C-468A-B505-16E3BDC41D6C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9440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009D615-5030-44BE-B1E7-FCAF557FFC34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8866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BD82EEA-7278-1A73-C95C-473F75B540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3" y="0"/>
            <a:ext cx="6454407" cy="6399152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D8DDD-BB5E-4F5B-81F2-5E5F98B403C0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7144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22D85-D675-737B-9F54-B9D7FC8191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828800"/>
            <a:ext cx="6707699" cy="5029200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89302" y="6492240"/>
            <a:ext cx="1280160" cy="338328"/>
          </a:xfrm>
        </p:spPr>
        <p:txBody>
          <a:bodyPr/>
          <a:lstStyle/>
          <a:p>
            <a:fld id="{083588C5-4E32-4E6E-80AB-32A6125C957F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462" y="6492240"/>
            <a:ext cx="288855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7862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B32E518-8213-A79A-7E36-BA4D782F8ED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147926" cy="6399152"/>
          </a:xfrm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37EAFE-6A88-4B1F-9ABC-CA3CFB830DD6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11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2444857-0BC3-ACAE-DBB1-5D530AA35E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46768" y="0"/>
            <a:ext cx="4145232" cy="6399152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0683-5F2F-44F3-8B59-45258C4FD45A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654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202BC3A-8633-9F03-1586-99447DA1CFF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6"/>
            <a:ext cx="5285232" cy="4564504"/>
          </a:xfrm>
          <a:custGeom>
            <a:avLst/>
            <a:gdLst>
              <a:gd name="connsiteX0" fmla="*/ 0 w 5285232"/>
              <a:gd name="connsiteY0" fmla="*/ 0 h 4564504"/>
              <a:gd name="connsiteX1" fmla="*/ 4706792 w 5285232"/>
              <a:gd name="connsiteY1" fmla="*/ 0 h 4564504"/>
              <a:gd name="connsiteX2" fmla="*/ 5285232 w 5285232"/>
              <a:gd name="connsiteY2" fmla="*/ 578440 h 4564504"/>
              <a:gd name="connsiteX3" fmla="*/ 5285232 w 5285232"/>
              <a:gd name="connsiteY3" fmla="*/ 4564504 h 4564504"/>
              <a:gd name="connsiteX4" fmla="*/ 0 w 5285232"/>
              <a:gd name="connsiteY4" fmla="*/ 4564504 h 456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5232" h="4564504">
                <a:moveTo>
                  <a:pt x="0" y="0"/>
                </a:moveTo>
                <a:lnTo>
                  <a:pt x="4706792" y="0"/>
                </a:lnTo>
                <a:cubicBezTo>
                  <a:pt x="5026256" y="0"/>
                  <a:pt x="5285232" y="258976"/>
                  <a:pt x="5285232" y="578440"/>
                </a:cubicBezTo>
                <a:lnTo>
                  <a:pt x="5285232" y="4564504"/>
                </a:lnTo>
                <a:lnTo>
                  <a:pt x="0" y="45645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/>
          <a:lstStyle/>
          <a:p>
            <a:fld id="{813EDC87-0EBE-4D2E-8804-E5F0EDA0B797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95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211327B-3880-6494-1C8F-EEE1BF913B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4"/>
            <a:ext cx="4176819" cy="4564506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15073" y="6492240"/>
            <a:ext cx="2843784" cy="338328"/>
          </a:xfrm>
        </p:spPr>
        <p:txBody>
          <a:bodyPr/>
          <a:lstStyle/>
          <a:p>
            <a:fld id="{51CF56A9-FD41-47F4-80A0-DA74EEEC2541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3262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" y="603504"/>
            <a:ext cx="11201400" cy="4206240"/>
          </a:xfrm>
        </p:spPr>
        <p:txBody>
          <a:bodyPr>
            <a:normAutofit/>
          </a:bodyPr>
          <a:lstStyle>
            <a:lvl1pPr algn="ctr">
              <a:defRPr sz="27800"/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BD270-9BF1-4C68-A7FA-BA016D8BB959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89888" y="4809744"/>
            <a:ext cx="9345168" cy="1225296"/>
          </a:xfrm>
        </p:spPr>
        <p:txBody>
          <a:bodyPr>
            <a:normAutofit/>
          </a:bodyPr>
          <a:lstStyle>
            <a:lvl1pPr marL="0" indent="0" algn="ctr">
              <a:buNone/>
              <a:defRPr sz="2800" cap="all" baseline="0"/>
            </a:lvl1pPr>
            <a:lvl2pPr marL="228600" indent="0" algn="ctr">
              <a:buNone/>
              <a:defRPr sz="2400" cap="all" baseline="0"/>
            </a:lvl2pPr>
            <a:lvl3pPr marL="457200" indent="0" algn="ctr">
              <a:buNone/>
              <a:defRPr sz="2000" cap="all" baseline="0"/>
            </a:lvl3pPr>
            <a:lvl4pPr marL="685800" indent="0" algn="ctr">
              <a:buNone/>
              <a:defRPr sz="1800" cap="all" baseline="0"/>
            </a:lvl4pPr>
            <a:lvl5pPr marL="914400" indent="0" algn="ctr">
              <a:buNone/>
              <a:defRPr sz="1600" cap="all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740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23AFB7-90A6-428C-A019-BBE6272496B8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490472"/>
          </a:xfrm>
        </p:spPr>
        <p:txBody>
          <a:bodyPr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01701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193DB7D-955F-21DF-15DA-4285375617FC}"/>
              </a:ext>
            </a:extLst>
          </p:cNvPr>
          <p:cNvSpPr/>
          <p:nvPr userDrawn="1"/>
        </p:nvSpPr>
        <p:spPr>
          <a:xfrm>
            <a:off x="1" y="4783948"/>
            <a:ext cx="11762231" cy="2074052"/>
          </a:xfrm>
          <a:custGeom>
            <a:avLst/>
            <a:gdLst>
              <a:gd name="connsiteX0" fmla="*/ 0 w 11762231"/>
              <a:gd name="connsiteY0" fmla="*/ 0 h 2074052"/>
              <a:gd name="connsiteX1" fmla="*/ 112775 w 11762231"/>
              <a:gd name="connsiteY1" fmla="*/ 0 h 2074052"/>
              <a:gd name="connsiteX2" fmla="*/ 11102489 w 11762231"/>
              <a:gd name="connsiteY2" fmla="*/ 0 h 2074052"/>
              <a:gd name="connsiteX3" fmla="*/ 11437005 w 11762231"/>
              <a:gd name="connsiteY3" fmla="*/ 0 h 2074052"/>
              <a:gd name="connsiteX4" fmla="*/ 11762231 w 11762231"/>
              <a:gd name="connsiteY4" fmla="*/ 325226 h 2074052"/>
              <a:gd name="connsiteX5" fmla="*/ 11762231 w 11762231"/>
              <a:gd name="connsiteY5" fmla="*/ 2074052 h 2074052"/>
              <a:gd name="connsiteX6" fmla="*/ 11427715 w 11762231"/>
              <a:gd name="connsiteY6" fmla="*/ 2074052 h 2074052"/>
              <a:gd name="connsiteX7" fmla="*/ 112775 w 11762231"/>
              <a:gd name="connsiteY7" fmla="*/ 2074052 h 2074052"/>
              <a:gd name="connsiteX8" fmla="*/ 0 w 11762231"/>
              <a:gd name="connsiteY8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62231" h="2074052">
                <a:moveTo>
                  <a:pt x="0" y="0"/>
                </a:moveTo>
                <a:lnTo>
                  <a:pt x="112775" y="0"/>
                </a:lnTo>
                <a:lnTo>
                  <a:pt x="11102489" y="0"/>
                </a:lnTo>
                <a:lnTo>
                  <a:pt x="11437005" y="0"/>
                </a:lnTo>
                <a:cubicBezTo>
                  <a:pt x="11616622" y="0"/>
                  <a:pt x="11762231" y="145609"/>
                  <a:pt x="11762231" y="325226"/>
                </a:cubicBezTo>
                <a:lnTo>
                  <a:pt x="11762231" y="2074052"/>
                </a:lnTo>
                <a:lnTo>
                  <a:pt x="11427715" y="2074052"/>
                </a:lnTo>
                <a:lnTo>
                  <a:pt x="112775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E47A9E-7C3C-4663-841E-C89520FA85A3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768" y="6492240"/>
            <a:ext cx="266090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3112" y="6492240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589420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7767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ED8FD-3F8D-425F-9991-7FB6FCCEC5A2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536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0B29AE-EBEF-71CC-AE38-3B2CD14FCA19}"/>
              </a:ext>
            </a:extLst>
          </p:cNvPr>
          <p:cNvSpPr/>
          <p:nvPr userDrawn="1"/>
        </p:nvSpPr>
        <p:spPr>
          <a:xfrm rot="5400000" flipV="1">
            <a:off x="-2566724" y="2566724"/>
            <a:ext cx="6399213" cy="1265765"/>
          </a:xfrm>
          <a:custGeom>
            <a:avLst/>
            <a:gdLst>
              <a:gd name="connsiteX0" fmla="*/ 0 w 6399213"/>
              <a:gd name="connsiteY0" fmla="*/ 0 h 1265765"/>
              <a:gd name="connsiteX1" fmla="*/ 0 w 6399213"/>
              <a:gd name="connsiteY1" fmla="*/ 1265765 h 1265765"/>
              <a:gd name="connsiteX2" fmla="*/ 5982881 w 6399213"/>
              <a:gd name="connsiteY2" fmla="*/ 1265765 h 1265765"/>
              <a:gd name="connsiteX3" fmla="*/ 6399213 w 6399213"/>
              <a:gd name="connsiteY3" fmla="*/ 849433 h 1265765"/>
              <a:gd name="connsiteX4" fmla="*/ 6399213 w 6399213"/>
              <a:gd name="connsiteY4" fmla="*/ 0 h 126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9213" h="1265765">
                <a:moveTo>
                  <a:pt x="0" y="0"/>
                </a:moveTo>
                <a:lnTo>
                  <a:pt x="0" y="1265765"/>
                </a:lnTo>
                <a:lnTo>
                  <a:pt x="5982881" y="1265765"/>
                </a:lnTo>
                <a:cubicBezTo>
                  <a:pt x="6212815" y="1265765"/>
                  <a:pt x="6399213" y="1079367"/>
                  <a:pt x="6399213" y="849433"/>
                </a:cubicBezTo>
                <a:lnTo>
                  <a:pt x="6399213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6B3E3-A05B-4311-9C9A-DA8A512CAB97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98217" y="630935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1453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EC059F-651D-D540-DF60-D6361D9C716B}"/>
              </a:ext>
            </a:extLst>
          </p:cNvPr>
          <p:cNvSpPr/>
          <p:nvPr userDrawn="1"/>
        </p:nvSpPr>
        <p:spPr>
          <a:xfrm flipV="1">
            <a:off x="1" y="6099048"/>
            <a:ext cx="10487111" cy="758952"/>
          </a:xfrm>
          <a:custGeom>
            <a:avLst/>
            <a:gdLst>
              <a:gd name="connsiteX0" fmla="*/ 0 w 10487111"/>
              <a:gd name="connsiteY0" fmla="*/ 758952 h 758952"/>
              <a:gd name="connsiteX1" fmla="*/ 10070779 w 10487111"/>
              <a:gd name="connsiteY1" fmla="*/ 758952 h 758952"/>
              <a:gd name="connsiteX2" fmla="*/ 10487111 w 10487111"/>
              <a:gd name="connsiteY2" fmla="*/ 342620 h 758952"/>
              <a:gd name="connsiteX3" fmla="*/ 10487111 w 10487111"/>
              <a:gd name="connsiteY3" fmla="*/ 0 h 758952"/>
              <a:gd name="connsiteX4" fmla="*/ 0 w 10487111"/>
              <a:gd name="connsiteY4" fmla="*/ 0 h 75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7111" h="758952">
                <a:moveTo>
                  <a:pt x="0" y="758952"/>
                </a:moveTo>
                <a:lnTo>
                  <a:pt x="10070779" y="758952"/>
                </a:lnTo>
                <a:cubicBezTo>
                  <a:pt x="10300713" y="758952"/>
                  <a:pt x="10487111" y="572554"/>
                  <a:pt x="10487111" y="342620"/>
                </a:cubicBezTo>
                <a:lnTo>
                  <a:pt x="1048711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FBAE2-1C27-41D0-8DBA-D202F753417F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683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06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83464" y="1596767"/>
            <a:ext cx="9537192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6000" b="1"/>
            </a:lvl1pPr>
            <a:lvl2pPr marL="228600" indent="0">
              <a:lnSpc>
                <a:spcPct val="100000"/>
              </a:lnSpc>
              <a:buNone/>
              <a:defRPr sz="5400" b="1"/>
            </a:lvl2pPr>
            <a:lvl3pPr marL="457200" indent="0">
              <a:lnSpc>
                <a:spcPct val="100000"/>
              </a:lnSpc>
              <a:buNone/>
              <a:defRPr sz="4800" b="1"/>
            </a:lvl3pPr>
            <a:lvl4pPr marL="685800" indent="0">
              <a:lnSpc>
                <a:spcPct val="100000"/>
              </a:lnSpc>
              <a:buNone/>
              <a:defRPr sz="4400" b="1"/>
            </a:lvl4pPr>
            <a:lvl5pPr marL="914400" indent="0">
              <a:lnSpc>
                <a:spcPct val="100000"/>
              </a:lnSpc>
              <a:buNone/>
              <a:defRPr sz="40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88597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1524002"/>
            <a:ext cx="9198864" cy="2871216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40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3612-8941-41EA-ABBA-F717A06C8346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5376672"/>
            <a:ext cx="9198864" cy="466344"/>
          </a:xfrm>
        </p:spPr>
        <p:txBody>
          <a:bodyPr>
            <a:normAutofit/>
          </a:bodyPr>
          <a:lstStyle>
            <a:lvl1pPr marL="0" indent="0">
              <a:buNone/>
              <a:defRPr sz="2200" b="1" cap="all" baseline="0">
                <a:solidFill>
                  <a:schemeClr val="accent1"/>
                </a:solidFill>
              </a:defRPr>
            </a:lvl1pPr>
            <a:lvl2pPr marL="228600" indent="0">
              <a:buNone/>
              <a:defRPr sz="2000" b="1" cap="all" baseline="0">
                <a:solidFill>
                  <a:schemeClr val="accent1"/>
                </a:solidFill>
              </a:defRPr>
            </a:lvl2pPr>
            <a:lvl3pPr marL="457200" indent="0">
              <a:buNone/>
              <a:defRPr sz="1800" b="1" cap="all" baseline="0">
                <a:solidFill>
                  <a:schemeClr val="accent1"/>
                </a:solidFill>
              </a:defRPr>
            </a:lvl3pPr>
            <a:lvl4pPr marL="685800" indent="0">
              <a:buNone/>
              <a:defRPr sz="1600" b="1" cap="all" baseline="0">
                <a:solidFill>
                  <a:schemeClr val="accent1"/>
                </a:solidFill>
              </a:defRPr>
            </a:lvl4pPr>
            <a:lvl5pPr marL="914400" indent="0">
              <a:buNone/>
              <a:defRPr sz="1400" b="1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6902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9D41517-889E-CBB7-FD17-C5FECA783B2A}"/>
              </a:ext>
            </a:extLst>
          </p:cNvPr>
          <p:cNvSpPr/>
          <p:nvPr userDrawn="1"/>
        </p:nvSpPr>
        <p:spPr>
          <a:xfrm flipV="1">
            <a:off x="0" y="823828"/>
            <a:ext cx="11385608" cy="6034172"/>
          </a:xfrm>
          <a:custGeom>
            <a:avLst/>
            <a:gdLst>
              <a:gd name="connsiteX0" fmla="*/ 0 w 11385608"/>
              <a:gd name="connsiteY0" fmla="*/ 6034172 h 6034172"/>
              <a:gd name="connsiteX1" fmla="*/ 10969276 w 11385608"/>
              <a:gd name="connsiteY1" fmla="*/ 6034172 h 6034172"/>
              <a:gd name="connsiteX2" fmla="*/ 11385608 w 11385608"/>
              <a:gd name="connsiteY2" fmla="*/ 5617840 h 6034172"/>
              <a:gd name="connsiteX3" fmla="*/ 11385608 w 11385608"/>
              <a:gd name="connsiteY3" fmla="*/ 0 h 6034172"/>
              <a:gd name="connsiteX4" fmla="*/ 0 w 11385608"/>
              <a:gd name="connsiteY4" fmla="*/ 0 h 603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6034172">
                <a:moveTo>
                  <a:pt x="0" y="6034172"/>
                </a:moveTo>
                <a:lnTo>
                  <a:pt x="10969276" y="6034172"/>
                </a:lnTo>
                <a:cubicBezTo>
                  <a:pt x="11199210" y="6034172"/>
                  <a:pt x="11385608" y="5847774"/>
                  <a:pt x="11385608" y="5617840"/>
                </a:cubicBezTo>
                <a:lnTo>
                  <a:pt x="1138560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1783080"/>
            <a:ext cx="8499079" cy="2249424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6CD22-E4B3-48A1-94CA-B89DB574ED80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124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1468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5120640"/>
            <a:ext cx="5431536" cy="128930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b="1" cap="all" baseline="0" dirty="0"/>
            </a:lvl1pPr>
            <a:lvl2pPr marL="228600" indent="0">
              <a:buNone/>
              <a:defRPr lang="en-US" b="1" cap="all" baseline="0" dirty="0"/>
            </a:lvl2pPr>
            <a:lvl3pPr marL="457200" indent="0">
              <a:buNone/>
              <a:defRPr lang="en-US" b="1" cap="all" baseline="0" dirty="0"/>
            </a:lvl3pPr>
            <a:lvl4pPr marL="685800" indent="0">
              <a:buNone/>
              <a:defRPr lang="en-US" b="1" cap="all" baseline="0" dirty="0"/>
            </a:lvl4pPr>
            <a:lvl5pPr marL="914400" indent="0">
              <a:buNone/>
              <a:defRPr lang="en-US" b="1" cap="all" baseline="0" dirty="0"/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46691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38B47-093E-417D-A1C3-81EEF797AC69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609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0925D-4314-49E4-A383-289640FEB5E3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8718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8C515B-8D5A-0268-9044-7B2013C87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767" y="2020825"/>
            <a:ext cx="5212208" cy="42847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C7061A-8ED7-8B72-BD2B-2DF67F8C7A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622" y="2020822"/>
            <a:ext cx="5212208" cy="4284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C59E0-667A-459A-BBD1-70DA72C3C576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6400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11279F-0D05-3637-19CD-29468F4DD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1134"/>
            <a:ext cx="5211762" cy="4343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B170DE-636A-B1A9-2EAB-C426DBFB3E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CC00B-2F01-4379-B0FD-8DA094C16FA4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3467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A23F0E6-EDAF-3A7F-5EC8-F911E9AE48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02843" y="0"/>
            <a:ext cx="7689157" cy="6399152"/>
          </a:xfrm>
          <a:custGeom>
            <a:avLst/>
            <a:gdLst>
              <a:gd name="connsiteX0" fmla="*/ 0 w 7689157"/>
              <a:gd name="connsiteY0" fmla="*/ 0 h 6399152"/>
              <a:gd name="connsiteX1" fmla="*/ 7689157 w 7689157"/>
              <a:gd name="connsiteY1" fmla="*/ 0 h 6399152"/>
              <a:gd name="connsiteX2" fmla="*/ 7689157 w 7689157"/>
              <a:gd name="connsiteY2" fmla="*/ 6399152 h 6399152"/>
              <a:gd name="connsiteX3" fmla="*/ 578440 w 7689157"/>
              <a:gd name="connsiteY3" fmla="*/ 6399152 h 6399152"/>
              <a:gd name="connsiteX4" fmla="*/ 0 w 7689157"/>
              <a:gd name="connsiteY4" fmla="*/ 582071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2">
                <a:moveTo>
                  <a:pt x="0" y="0"/>
                </a:moveTo>
                <a:lnTo>
                  <a:pt x="7689157" y="0"/>
                </a:lnTo>
                <a:lnTo>
                  <a:pt x="7689157" y="6399152"/>
                </a:lnTo>
                <a:lnTo>
                  <a:pt x="578440" y="6399152"/>
                </a:lnTo>
                <a:cubicBezTo>
                  <a:pt x="258976" y="6399152"/>
                  <a:pt x="0" y="6140176"/>
                  <a:pt x="0" y="582071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9F103-9E7C-4D5A-827C-0D2D66EE1CD2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463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3" y="285210"/>
            <a:ext cx="10653578" cy="9651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1384847"/>
            <a:ext cx="10653579" cy="4905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1172" y="6490524"/>
            <a:ext cx="2841959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072E1B28-DB45-4001-B295-7D7933E04419}" type="datetime1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3370" y="6490524"/>
            <a:ext cx="2662834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8431" y="6490524"/>
            <a:ext cx="457200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09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7" r:id="rId2"/>
    <p:sldLayoutId id="2147483740" r:id="rId3"/>
    <p:sldLayoutId id="2147483686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  <p:sldLayoutId id="2147483717" r:id="rId26"/>
    <p:sldLayoutId id="2147483718" r:id="rId27"/>
    <p:sldLayoutId id="2147483719" r:id="rId28"/>
    <p:sldLayoutId id="2147483720" r:id="rId29"/>
    <p:sldLayoutId id="2147483721" r:id="rId30"/>
    <p:sldLayoutId id="2147483722" r:id="rId31"/>
    <p:sldLayoutId id="2147483723" r:id="rId32"/>
    <p:sldLayoutId id="2147483724" r:id="rId33"/>
    <p:sldLayoutId id="2147483725" r:id="rId34"/>
    <p:sldLayoutId id="2147483726" r:id="rId35"/>
    <p:sldLayoutId id="2147483727" r:id="rId36"/>
    <p:sldLayoutId id="214748372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04D864-A6BD-C75F-9B88-BAB58775A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407" y="2194560"/>
            <a:ext cx="10742212" cy="1470991"/>
          </a:xfrm>
        </p:spPr>
        <p:txBody>
          <a:bodyPr anchor="t">
            <a:noAutofit/>
          </a:bodyPr>
          <a:lstStyle/>
          <a:p>
            <a:pPr algn="ctr"/>
            <a:r>
              <a:rPr lang="en-IN" sz="6000" dirty="0"/>
              <a:t>Tree Traversals</a:t>
            </a:r>
            <a:endParaRPr lang="en-US" sz="6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6580F1-5F2C-1782-40E0-83E80CDC0535}"/>
              </a:ext>
            </a:extLst>
          </p:cNvPr>
          <p:cNvSpPr txBox="1"/>
          <p:nvPr/>
        </p:nvSpPr>
        <p:spPr>
          <a:xfrm>
            <a:off x="3556714" y="4468653"/>
            <a:ext cx="72173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</a:rPr>
              <a:t>Presented by : Praveen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</a:rPr>
              <a:t>Faculty Advisor : Dr. Victor </a:t>
            </a:r>
            <a:r>
              <a:rPr lang="en-IN" sz="2400" dirty="0" err="1">
                <a:solidFill>
                  <a:schemeClr val="bg2"/>
                </a:solidFill>
              </a:rPr>
              <a:t>Govindaswamy</a:t>
            </a:r>
            <a:endParaRPr lang="en-IN" sz="24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2614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F859CA-7C72-396B-A011-01E1A52FC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80445"/>
          </a:xfr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IN" sz="4000" dirty="0"/>
              <a:t>Tree Traversals</a:t>
            </a:r>
          </a:p>
        </p:txBody>
      </p:sp>
      <p:pic>
        <p:nvPicPr>
          <p:cNvPr id="4" name="Picture 3" descr="The image illustrates a binary search tree (BST) with nodes labeled with numbers, demonstrating the different traversal orders: inorder, preorder, and postorder.&#10;&#10;AI-generated content may be incorrect.">
            <a:extLst>
              <a:ext uri="{FF2B5EF4-FFF2-40B4-BE49-F238E27FC236}">
                <a16:creationId xmlns:a16="http://schemas.microsoft.com/office/drawing/2014/main" id="{ECC36AD9-39AE-8FF8-A579-A753F8297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0445"/>
            <a:ext cx="9992831" cy="5658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674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9CB54BA-DE5C-EB6E-FBFE-20BF50F8B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7388"/>
            <a:ext cx="12192000" cy="573646"/>
          </a:xfr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IN" sz="3200" dirty="0"/>
              <a:t>INORDER TRAVERSAL</a:t>
            </a:r>
          </a:p>
        </p:txBody>
      </p:sp>
      <p:pic>
        <p:nvPicPr>
          <p:cNvPr id="4" name="Picture 3" descr="The image depicts an inorder traversal of a Binary Search Tree (BST) showing ascending order of values.&#10;&#10;AI-generated content may be incorrect.">
            <a:extLst>
              <a:ext uri="{FF2B5EF4-FFF2-40B4-BE49-F238E27FC236}">
                <a16:creationId xmlns:a16="http://schemas.microsoft.com/office/drawing/2014/main" id="{9CEBE5D1-0EFC-BD7B-DAFC-2404322A0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811034"/>
            <a:ext cx="10296939" cy="604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066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5925430-0878-B328-D60C-3C46E3A35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452"/>
            <a:ext cx="12192000" cy="597499"/>
          </a:xfr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IN" sz="4000" dirty="0"/>
              <a:t>PREORDER TRAVERSAL</a:t>
            </a:r>
          </a:p>
        </p:txBody>
      </p:sp>
      <p:pic>
        <p:nvPicPr>
          <p:cNvPr id="3" name="Picture 2" descr="The image illustrates the preorder traversal of a binary search tree, displaying the sequence of nodes visited (55, 35, 20, 25, 45, 50, 75, 65, 60, 85, 80, 90) and the process of traversing left and right subtrees.&#10;&#10;AI-generated content may be incorrect.">
            <a:extLst>
              <a:ext uri="{FF2B5EF4-FFF2-40B4-BE49-F238E27FC236}">
                <a16:creationId xmlns:a16="http://schemas.microsoft.com/office/drawing/2014/main" id="{4293AB86-CE6A-8D75-44AC-4BCE539AF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952"/>
            <a:ext cx="5231957" cy="621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267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5A900BB-2082-BDB1-9B47-92E75EC28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7388"/>
            <a:ext cx="12192000" cy="573646"/>
          </a:xfr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IN" sz="4000" dirty="0"/>
              <a:t>POSTORDER TRAVERSAL</a:t>
            </a:r>
          </a:p>
        </p:txBody>
      </p:sp>
      <p:pic>
        <p:nvPicPr>
          <p:cNvPr id="3" name="Picture 2" descr="The image displays a comparison of different tree traversal results: Inorder, Preorder, and Postorder, with the Postorder result highlighting the last node as 55.&#10;&#10;AI-generated content may be incorrect.">
            <a:extLst>
              <a:ext uri="{FF2B5EF4-FFF2-40B4-BE49-F238E27FC236}">
                <a16:creationId xmlns:a16="http://schemas.microsoft.com/office/drawing/2014/main" id="{E2E1FFE4-550B-48A4-8DC0-DA6C4C3F4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1034"/>
            <a:ext cx="4364988" cy="6046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495646"/>
      </p:ext>
    </p:extLst>
  </p:cSld>
  <p:clrMapOvr>
    <a:masterClrMapping/>
  </p:clrMapOvr>
</p:sld>
</file>

<file path=ppt/theme/theme1.xml><?xml version="1.0" encoding="utf-8"?>
<a:theme xmlns:a="http://schemas.openxmlformats.org/drawingml/2006/main" name="OasisVTI">
  <a:themeElements>
    <a:clrScheme name="Oasis">
      <a:dk1>
        <a:srgbClr val="131313"/>
      </a:dk1>
      <a:lt1>
        <a:sysClr val="window" lastClr="FFFFFF"/>
      </a:lt1>
      <a:dk2>
        <a:srgbClr val="3D3C33"/>
      </a:dk2>
      <a:lt2>
        <a:srgbClr val="F0EDE6"/>
      </a:lt2>
      <a:accent1>
        <a:srgbClr val="A57361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_win32_DN_V3" id="{65F5DFDA-B6D8-4F37-85B8-E95C858FA146}" vid="{998F2FB7-179B-41D4-99FF-60A4C828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D6282DC-5D67-4C19-9A05-C65D9BF7BC7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73667383-B7F3-43FC-8965-135FDDEABCC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2135656-72CC-4564-823F-B30D029964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{EAC1584E-BD28-47EF-9630-F926C5E5F6FA}05f950ec-c865-457c-93ae-9eb2ef1c603f-TFa19fa653-f273-4169-96ef-448bb1cd1027_win32</Template>
  <TotalTime>560</TotalTime>
  <Words>22</Words>
  <Application>Microsoft Office PowerPoint</Application>
  <PresentationFormat>Widescreen</PresentationFormat>
  <Paragraphs>8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Neue Haas Grotesk Text Pro</vt:lpstr>
      <vt:lpstr>OasisVTI</vt:lpstr>
      <vt:lpstr>PowerPoint Presentation</vt:lpstr>
      <vt:lpstr>Tree Traversals</vt:lpstr>
      <vt:lpstr>INORDER TRAVERSAL</vt:lpstr>
      <vt:lpstr>PREORDER TRAVERSAL</vt:lpstr>
      <vt:lpstr>POSTORDER TRAVERSAL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Naga Mahadeva</dc:creator>
  <cp:lastModifiedBy>Naga Mahadeva</cp:lastModifiedBy>
  <cp:revision>1</cp:revision>
  <dcterms:created xsi:type="dcterms:W3CDTF">2026-05-22T01:39:06Z</dcterms:created>
  <dcterms:modified xsi:type="dcterms:W3CDTF">2026-09-24T00:00:58Z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