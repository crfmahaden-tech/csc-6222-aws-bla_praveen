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2"/>
  </p:notesMasterIdLst>
  <p:sldIdLst>
    <p:sldId id="2767" r:id="rId5"/>
    <p:sldId id="2768" r:id="rId6"/>
    <p:sldId id="2769" r:id="rId7"/>
    <p:sldId id="2770" r:id="rId8"/>
    <p:sldId id="2771" r:id="rId9"/>
    <p:sldId id="2775" r:id="rId10"/>
    <p:sldId id="27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B0404-C324-442B-82A1-CA115304B6DD}" v="25" dt="2026-09-23T00:32:42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95"/>
  </p:normalViewPr>
  <p:slideViewPr>
    <p:cSldViewPr snapToGrid="0">
      <p:cViewPr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Mahadeva" userId="2d3d2e38f9c357bf" providerId="LiveId" clId="{89A268DB-4518-41DC-B1E4-35446A2DC78F}"/>
    <pc:docChg chg="undo redo custSel addSld delSld modSld">
      <pc:chgData name="Naga Mahadeva" userId="2d3d2e38f9c357bf" providerId="LiveId" clId="{89A268DB-4518-41DC-B1E4-35446A2DC78F}" dt="2026-09-23T00:33:17.937" v="637" actId="27614"/>
      <pc:docMkLst>
        <pc:docMk/>
      </pc:docMkLst>
      <pc:sldChg chg="addSp modSp mod">
        <pc:chgData name="Naga Mahadeva" userId="2d3d2e38f9c357bf" providerId="LiveId" clId="{89A268DB-4518-41DC-B1E4-35446A2DC78F}" dt="2026-09-23T00:12:47.873" v="366" actId="1076"/>
        <pc:sldMkLst>
          <pc:docMk/>
          <pc:sldMk cId="4182614578" sldId="2767"/>
        </pc:sldMkLst>
        <pc:spChg chg="mod">
          <ac:chgData name="Naga Mahadeva" userId="2d3d2e38f9c357bf" providerId="LiveId" clId="{89A268DB-4518-41DC-B1E4-35446A2DC78F}" dt="2026-09-23T00:12:47.873" v="366" actId="1076"/>
          <ac:spMkLst>
            <pc:docMk/>
            <pc:sldMk cId="4182614578" sldId="2767"/>
            <ac:spMk id="3" creationId="{7604D864-A6BD-C75F-9B88-BAB58775ABDD}"/>
          </ac:spMkLst>
        </pc:spChg>
      </pc:sldChg>
      <pc:sldChg chg="addSp delSp modSp mod">
        <pc:chgData name="Naga Mahadeva" userId="2d3d2e38f9c357bf" providerId="LiveId" clId="{89A268DB-4518-41DC-B1E4-35446A2DC78F}" dt="2026-09-23T00:22:36.349" v="475" actId="14100"/>
        <pc:sldMkLst>
          <pc:docMk/>
          <pc:sldMk cId="2523674139" sldId="2768"/>
        </pc:sldMkLst>
        <pc:spChg chg="add mod">
          <ac:chgData name="Naga Mahadeva" userId="2d3d2e38f9c357bf" providerId="LiveId" clId="{89A268DB-4518-41DC-B1E4-35446A2DC78F}" dt="2026-09-23T00:22:36.349" v="475" actId="14100"/>
          <ac:spMkLst>
            <pc:docMk/>
            <pc:sldMk cId="2523674139" sldId="2768"/>
            <ac:spMk id="2" creationId="{D6CBD175-0D1A-20B5-0536-A0071865B60A}"/>
          </ac:spMkLst>
        </pc:spChg>
        <pc:spChg chg="mod">
          <ac:chgData name="Naga Mahadeva" userId="2d3d2e38f9c357bf" providerId="LiveId" clId="{89A268DB-4518-41DC-B1E4-35446A2DC78F}" dt="2026-09-23T00:22:03.591" v="466" actId="14100"/>
          <ac:spMkLst>
            <pc:docMk/>
            <pc:sldMk cId="2523674139" sldId="2768"/>
            <ac:spMk id="7" creationId="{28F859CA-7C72-396B-A011-01E1A52FC6AE}"/>
          </ac:spMkLst>
        </pc:spChg>
        <pc:spChg chg="mod">
          <ac:chgData name="Naga Mahadeva" userId="2d3d2e38f9c357bf" providerId="LiveId" clId="{89A268DB-4518-41DC-B1E4-35446A2DC78F}" dt="2026-09-23T00:22:08.878" v="468" actId="21"/>
          <ac:spMkLst>
            <pc:docMk/>
            <pc:sldMk cId="2523674139" sldId="2768"/>
            <ac:spMk id="9" creationId="{40ADE7B3-947E-7624-EAA2-7BD216246076}"/>
          </ac:spMkLst>
        </pc:spChg>
        <pc:picChg chg="add del mod">
          <ac:chgData name="Naga Mahadeva" userId="2d3d2e38f9c357bf" providerId="LiveId" clId="{89A268DB-4518-41DC-B1E4-35446A2DC78F}" dt="2026-09-23T00:19:42.192" v="370" actId="478"/>
          <ac:picMkLst>
            <pc:docMk/>
            <pc:sldMk cId="2523674139" sldId="2768"/>
            <ac:picMk id="4" creationId="{515B3686-FAF4-CDCB-74B0-2D903B7B3852}"/>
          </ac:picMkLst>
        </pc:picChg>
      </pc:sldChg>
      <pc:sldChg chg="addSp delSp modSp mod">
        <pc:chgData name="Naga Mahadeva" userId="2d3d2e38f9c357bf" providerId="LiveId" clId="{89A268DB-4518-41DC-B1E4-35446A2DC78F}" dt="2026-09-23T00:24:37.937" v="493" actId="27614"/>
        <pc:sldMkLst>
          <pc:docMk/>
          <pc:sldMk cId="501066885" sldId="2769"/>
        </pc:sldMkLst>
        <pc:spChg chg="add del mod">
          <ac:chgData name="Naga Mahadeva" userId="2d3d2e38f9c357bf" providerId="LiveId" clId="{89A268DB-4518-41DC-B1E4-35446A2DC78F}" dt="2026-09-23T00:24:17.944" v="488"/>
          <ac:spMkLst>
            <pc:docMk/>
            <pc:sldMk cId="501066885" sldId="2769"/>
            <ac:spMk id="2" creationId="{3B918290-24C2-C3F4-C0E1-AFEF78A3309D}"/>
          </ac:spMkLst>
        </pc:spChg>
        <pc:spChg chg="add del mod">
          <ac:chgData name="Naga Mahadeva" userId="2d3d2e38f9c357bf" providerId="LiveId" clId="{89A268DB-4518-41DC-B1E4-35446A2DC78F}" dt="2026-09-23T00:24:22.246" v="490" actId="478"/>
          <ac:spMkLst>
            <pc:docMk/>
            <pc:sldMk cId="501066885" sldId="2769"/>
            <ac:spMk id="3" creationId="{AC41EA17-B4A3-22AB-F782-C026E7766745}"/>
          </ac:spMkLst>
        </pc:spChg>
        <pc:spChg chg="mod">
          <ac:chgData name="Naga Mahadeva" userId="2d3d2e38f9c357bf" providerId="LiveId" clId="{89A268DB-4518-41DC-B1E4-35446A2DC78F}" dt="2026-09-23T00:23:46.092" v="484" actId="14100"/>
          <ac:spMkLst>
            <pc:docMk/>
            <pc:sldMk cId="501066885" sldId="2769"/>
            <ac:spMk id="7" creationId="{C78C6B7F-085C-9294-EFAC-03451D3A03E5}"/>
          </ac:spMkLst>
        </pc:spChg>
        <pc:spChg chg="mod">
          <ac:chgData name="Naga Mahadeva" userId="2d3d2e38f9c357bf" providerId="LiveId" clId="{89A268DB-4518-41DC-B1E4-35446A2DC78F}" dt="2026-09-23T00:22:56.130" v="476"/>
          <ac:spMkLst>
            <pc:docMk/>
            <pc:sldMk cId="501066885" sldId="2769"/>
            <ac:spMk id="9" creationId="{D9CB54BA-DE5C-EB6E-FBFE-20BF50F8B8CA}"/>
          </ac:spMkLst>
        </pc:spChg>
        <pc:picChg chg="add del mod">
          <ac:chgData name="Naga Mahadeva" userId="2d3d2e38f9c357bf" providerId="LiveId" clId="{89A268DB-4518-41DC-B1E4-35446A2DC78F}" dt="2026-09-23T00:22:58.399" v="477" actId="478"/>
          <ac:picMkLst>
            <pc:docMk/>
            <pc:sldMk cId="501066885" sldId="2769"/>
            <ac:picMk id="4" creationId="{8B9A0917-8F82-C0BD-EB0C-AEAAFE1AF97C}"/>
          </ac:picMkLst>
        </pc:picChg>
        <pc:picChg chg="add mod">
          <ac:chgData name="Naga Mahadeva" userId="2d3d2e38f9c357bf" providerId="LiveId" clId="{89A268DB-4518-41DC-B1E4-35446A2DC78F}" dt="2026-09-23T00:24:37.937" v="493" actId="27614"/>
          <ac:picMkLst>
            <pc:docMk/>
            <pc:sldMk cId="501066885" sldId="2769"/>
            <ac:picMk id="6" creationId="{781DA281-46AA-7BBF-9BDF-54805A6B7711}"/>
          </ac:picMkLst>
        </pc:picChg>
      </pc:sldChg>
      <pc:sldChg chg="addSp delSp modSp mod">
        <pc:chgData name="Naga Mahadeva" userId="2d3d2e38f9c357bf" providerId="LiveId" clId="{89A268DB-4518-41DC-B1E4-35446A2DC78F}" dt="2026-09-23T00:27:20.062" v="591" actId="962"/>
        <pc:sldMkLst>
          <pc:docMk/>
          <pc:sldMk cId="1992267581" sldId="2770"/>
        </pc:sldMkLst>
        <pc:spChg chg="mod">
          <ac:chgData name="Naga Mahadeva" userId="2d3d2e38f9c357bf" providerId="LiveId" clId="{89A268DB-4518-41DC-B1E4-35446A2DC78F}" dt="2026-09-23T00:27:20.062" v="591" actId="962"/>
          <ac:spMkLst>
            <pc:docMk/>
            <pc:sldMk cId="1992267581" sldId="2770"/>
            <ac:spMk id="7" creationId="{AB72A493-14A7-8A96-4441-F4832FBFAAE1}"/>
          </ac:spMkLst>
        </pc:spChg>
        <pc:spChg chg="mod">
          <ac:chgData name="Naga Mahadeva" userId="2d3d2e38f9c357bf" providerId="LiveId" clId="{89A268DB-4518-41DC-B1E4-35446A2DC78F}" dt="2026-09-23T00:24:47.893" v="498" actId="1076"/>
          <ac:spMkLst>
            <pc:docMk/>
            <pc:sldMk cId="1992267581" sldId="2770"/>
            <ac:spMk id="9" creationId="{75925430-0878-B328-D60C-3C46E3A35A8E}"/>
          </ac:spMkLst>
        </pc:spChg>
        <pc:picChg chg="add mod">
          <ac:chgData name="Naga Mahadeva" userId="2d3d2e38f9c357bf" providerId="LiveId" clId="{89A268DB-4518-41DC-B1E4-35446A2DC78F}" dt="2026-09-23T00:26:15.601" v="524" actId="1076"/>
          <ac:picMkLst>
            <pc:docMk/>
            <pc:sldMk cId="1992267581" sldId="2770"/>
            <ac:picMk id="3" creationId="{8C55EDD8-2BBE-F536-BACB-E4BBC5DF3521}"/>
          </ac:picMkLst>
        </pc:picChg>
        <pc:picChg chg="add del mod">
          <ac:chgData name="Naga Mahadeva" userId="2d3d2e38f9c357bf" providerId="LiveId" clId="{89A268DB-4518-41DC-B1E4-35446A2DC78F}" dt="2026-09-23T00:24:49.197" v="499" actId="478"/>
          <ac:picMkLst>
            <pc:docMk/>
            <pc:sldMk cId="1992267581" sldId="2770"/>
            <ac:picMk id="4" creationId="{7C3B9D37-9060-5D49-A233-1A5683C84CEB}"/>
          </ac:picMkLst>
        </pc:picChg>
        <pc:picChg chg="add mod">
          <ac:chgData name="Naga Mahadeva" userId="2d3d2e38f9c357bf" providerId="LiveId" clId="{89A268DB-4518-41DC-B1E4-35446A2DC78F}" dt="2026-09-23T00:27:02.096" v="585" actId="27614"/>
          <ac:picMkLst>
            <pc:docMk/>
            <pc:sldMk cId="1992267581" sldId="2770"/>
            <ac:picMk id="6" creationId="{E5CFC7B9-268C-0008-5C56-57E26DF8A815}"/>
          </ac:picMkLst>
        </pc:picChg>
        <pc:picChg chg="add mod">
          <ac:chgData name="Naga Mahadeva" userId="2d3d2e38f9c357bf" providerId="LiveId" clId="{89A268DB-4518-41DC-B1E4-35446A2DC78F}" dt="2026-09-23T00:27:20.062" v="590" actId="27614"/>
          <ac:picMkLst>
            <pc:docMk/>
            <pc:sldMk cId="1992267581" sldId="2770"/>
            <ac:picMk id="10" creationId="{D0D99558-B415-3990-6B96-BE5995815F16}"/>
          </ac:picMkLst>
        </pc:picChg>
      </pc:sldChg>
      <pc:sldChg chg="addSp delSp modSp mod">
        <pc:chgData name="Naga Mahadeva" userId="2d3d2e38f9c357bf" providerId="LiveId" clId="{89A268DB-4518-41DC-B1E4-35446A2DC78F}" dt="2026-09-23T00:28:37.388" v="601" actId="962"/>
        <pc:sldMkLst>
          <pc:docMk/>
          <pc:sldMk cId="4290495646" sldId="2771"/>
        </pc:sldMkLst>
        <pc:spChg chg="mod">
          <ac:chgData name="Naga Mahadeva" userId="2d3d2e38f9c357bf" providerId="LiveId" clId="{89A268DB-4518-41DC-B1E4-35446A2DC78F}" dt="2026-09-23T00:27:53.972" v="592"/>
          <ac:spMkLst>
            <pc:docMk/>
            <pc:sldMk cId="4290495646" sldId="2771"/>
            <ac:spMk id="7" creationId="{F5A900BB-2082-BDB1-9B47-92E75EC284B1}"/>
          </ac:spMkLst>
        </pc:spChg>
        <pc:spChg chg="mod">
          <ac:chgData name="Naga Mahadeva" userId="2d3d2e38f9c357bf" providerId="LiveId" clId="{89A268DB-4518-41DC-B1E4-35446A2DC78F}" dt="2026-09-23T00:28:27.321" v="597" actId="20577"/>
          <ac:spMkLst>
            <pc:docMk/>
            <pc:sldMk cId="4290495646" sldId="2771"/>
            <ac:spMk id="8" creationId="{58190787-969A-0913-6F9F-5B1310FC9333}"/>
          </ac:spMkLst>
        </pc:spChg>
        <pc:picChg chg="add mod">
          <ac:chgData name="Naga Mahadeva" userId="2d3d2e38f9c357bf" providerId="LiveId" clId="{89A268DB-4518-41DC-B1E4-35446A2DC78F}" dt="2026-09-23T00:28:37.388" v="601" actId="962"/>
          <ac:picMkLst>
            <pc:docMk/>
            <pc:sldMk cId="4290495646" sldId="2771"/>
            <ac:picMk id="3" creationId="{859CBB65-72A2-8A62-9CB3-506BB6D1492F}"/>
          </ac:picMkLst>
        </pc:picChg>
        <pc:picChg chg="add del mod">
          <ac:chgData name="Naga Mahadeva" userId="2d3d2e38f9c357bf" providerId="LiveId" clId="{89A268DB-4518-41DC-B1E4-35446A2DC78F}" dt="2026-09-23T00:27:56.691" v="593" actId="478"/>
          <ac:picMkLst>
            <pc:docMk/>
            <pc:sldMk cId="4290495646" sldId="2771"/>
            <ac:picMk id="4" creationId="{B2FB750B-15E2-FA01-BEA3-EAE2EE095572}"/>
          </ac:picMkLst>
        </pc:picChg>
      </pc:sldChg>
      <pc:sldChg chg="addSp delSp modSp mod">
        <pc:chgData name="Naga Mahadeva" userId="2d3d2e38f9c357bf" providerId="LiveId" clId="{89A268DB-4518-41DC-B1E4-35446A2DC78F}" dt="2026-09-23T00:33:17.937" v="637" actId="27614"/>
        <pc:sldMkLst>
          <pc:docMk/>
          <pc:sldMk cId="673386160" sldId="2772"/>
        </pc:sldMkLst>
        <pc:spChg chg="mod">
          <ac:chgData name="Naga Mahadeva" userId="2d3d2e38f9c357bf" providerId="LiveId" clId="{89A268DB-4518-41DC-B1E4-35446A2DC78F}" dt="2026-09-23T00:32:02.851" v="631"/>
          <ac:spMkLst>
            <pc:docMk/>
            <pc:sldMk cId="673386160" sldId="2772"/>
            <ac:spMk id="7" creationId="{5A729299-2ACE-58EE-C6A2-9612CF07C785}"/>
          </ac:spMkLst>
        </pc:spChg>
        <pc:spChg chg="mod">
          <ac:chgData name="Naga Mahadeva" userId="2d3d2e38f9c357bf" providerId="LiveId" clId="{89A268DB-4518-41DC-B1E4-35446A2DC78F}" dt="2026-09-23T00:32:42.654" v="634"/>
          <ac:spMkLst>
            <pc:docMk/>
            <pc:sldMk cId="673386160" sldId="2772"/>
            <ac:spMk id="8" creationId="{C7513FB3-E6AA-239A-7A9B-384CC113B573}"/>
          </ac:spMkLst>
        </pc:spChg>
        <pc:picChg chg="add mod">
          <ac:chgData name="Naga Mahadeva" userId="2d3d2e38f9c357bf" providerId="LiveId" clId="{89A268DB-4518-41DC-B1E4-35446A2DC78F}" dt="2026-09-23T00:33:17.937" v="637" actId="27614"/>
          <ac:picMkLst>
            <pc:docMk/>
            <pc:sldMk cId="673386160" sldId="2772"/>
            <ac:picMk id="3" creationId="{5C2A0863-AE0E-D236-3229-E2633D58C6A7}"/>
          </ac:picMkLst>
        </pc:picChg>
        <pc:picChg chg="add del mod">
          <ac:chgData name="Naga Mahadeva" userId="2d3d2e38f9c357bf" providerId="LiveId" clId="{89A268DB-4518-41DC-B1E4-35446A2DC78F}" dt="2026-09-23T00:32:37.456" v="633" actId="478"/>
          <ac:picMkLst>
            <pc:docMk/>
            <pc:sldMk cId="673386160" sldId="2772"/>
            <ac:picMk id="4" creationId="{E5A1DC70-6FFB-652C-5A48-BBC412D73DAA}"/>
          </ac:picMkLst>
        </pc:picChg>
      </pc:sldChg>
      <pc:sldChg chg="addSp delSp modSp del mod">
        <pc:chgData name="Naga Mahadeva" userId="2d3d2e38f9c357bf" providerId="LiveId" clId="{89A268DB-4518-41DC-B1E4-35446A2DC78F}" dt="2026-09-23T00:31:58.584" v="630" actId="47"/>
        <pc:sldMkLst>
          <pc:docMk/>
          <pc:sldMk cId="185974604" sldId="2773"/>
        </pc:sldMkLst>
        <pc:spChg chg="mod">
          <ac:chgData name="Naga Mahadeva" userId="2d3d2e38f9c357bf" providerId="LiveId" clId="{89A268DB-4518-41DC-B1E4-35446A2DC78F}" dt="2026-09-18T02:03:02.092" v="323"/>
          <ac:spMkLst>
            <pc:docMk/>
            <pc:sldMk cId="185974604" sldId="2773"/>
            <ac:spMk id="7" creationId="{05E9BB1F-D11A-87CE-826B-6EC136FE52B4}"/>
          </ac:spMkLst>
        </pc:spChg>
        <pc:spChg chg="mod">
          <ac:chgData name="Naga Mahadeva" userId="2d3d2e38f9c357bf" providerId="LiveId" clId="{89A268DB-4518-41DC-B1E4-35446A2DC78F}" dt="2026-09-18T02:03:49.030" v="328" actId="20577"/>
          <ac:spMkLst>
            <pc:docMk/>
            <pc:sldMk cId="185974604" sldId="2773"/>
            <ac:spMk id="8" creationId="{5A15F547-5740-9FD8-A1BB-400740D9130A}"/>
          </ac:spMkLst>
        </pc:spChg>
        <pc:picChg chg="add mod">
          <ac:chgData name="Naga Mahadeva" userId="2d3d2e38f9c357bf" providerId="LiveId" clId="{89A268DB-4518-41DC-B1E4-35446A2DC78F}" dt="2026-09-18T02:08:36.166" v="343" actId="1076"/>
          <ac:picMkLst>
            <pc:docMk/>
            <pc:sldMk cId="185974604" sldId="2773"/>
            <ac:picMk id="4" creationId="{E9DAB218-8799-4173-FBE8-0EDDFAFFFBA1}"/>
          </ac:picMkLst>
        </pc:picChg>
      </pc:sldChg>
      <pc:sldChg chg="addSp delSp modSp del mod">
        <pc:chgData name="Naga Mahadeva" userId="2d3d2e38f9c357bf" providerId="LiveId" clId="{89A268DB-4518-41DC-B1E4-35446A2DC78F}" dt="2026-09-23T00:31:56.996" v="629" actId="47"/>
        <pc:sldMkLst>
          <pc:docMk/>
          <pc:sldMk cId="3324089155" sldId="2774"/>
        </pc:sldMkLst>
        <pc:spChg chg="mod">
          <ac:chgData name="Naga Mahadeva" userId="2d3d2e38f9c357bf" providerId="LiveId" clId="{89A268DB-4518-41DC-B1E4-35446A2DC78F}" dt="2026-09-18T02:09:06.516" v="344"/>
          <ac:spMkLst>
            <pc:docMk/>
            <pc:sldMk cId="3324089155" sldId="2774"/>
            <ac:spMk id="7" creationId="{BAB10154-5B1F-CDF6-8A0B-5907AA107CB2}"/>
          </ac:spMkLst>
        </pc:spChg>
        <pc:spChg chg="mod">
          <ac:chgData name="Naga Mahadeva" userId="2d3d2e38f9c357bf" providerId="LiveId" clId="{89A268DB-4518-41DC-B1E4-35446A2DC78F}" dt="2026-09-18T02:09:31.901" v="347"/>
          <ac:spMkLst>
            <pc:docMk/>
            <pc:sldMk cId="3324089155" sldId="2774"/>
            <ac:spMk id="8" creationId="{8556B45E-E369-FDDD-CF47-5215D36249D5}"/>
          </ac:spMkLst>
        </pc:spChg>
        <pc:picChg chg="add mod">
          <ac:chgData name="Naga Mahadeva" userId="2d3d2e38f9c357bf" providerId="LiveId" clId="{89A268DB-4518-41DC-B1E4-35446A2DC78F}" dt="2026-09-18T02:10:49.439" v="357" actId="14100"/>
          <ac:picMkLst>
            <pc:docMk/>
            <pc:sldMk cId="3324089155" sldId="2774"/>
            <ac:picMk id="4" creationId="{939A4C00-4F5A-6A7C-32ED-799CD6597550}"/>
          </ac:picMkLst>
        </pc:picChg>
      </pc:sldChg>
      <pc:sldChg chg="addSp delSp modSp new mod">
        <pc:chgData name="Naga Mahadeva" userId="2d3d2e38f9c357bf" providerId="LiveId" clId="{89A268DB-4518-41DC-B1E4-35446A2DC78F}" dt="2026-09-23T00:30:52.506" v="628" actId="20577"/>
        <pc:sldMkLst>
          <pc:docMk/>
          <pc:sldMk cId="595931113" sldId="2775"/>
        </pc:sldMkLst>
        <pc:spChg chg="del">
          <ac:chgData name="Naga Mahadeva" userId="2d3d2e38f9c357bf" providerId="LiveId" clId="{89A268DB-4518-41DC-B1E4-35446A2DC78F}" dt="2026-09-23T00:29:02.629" v="603" actId="478"/>
          <ac:spMkLst>
            <pc:docMk/>
            <pc:sldMk cId="595931113" sldId="2775"/>
            <ac:spMk id="2" creationId="{CDFD8F3A-0370-B96D-FA17-4E829537B1BC}"/>
          </ac:spMkLst>
        </pc:spChg>
        <pc:spChg chg="del">
          <ac:chgData name="Naga Mahadeva" userId="2d3d2e38f9c357bf" providerId="LiveId" clId="{89A268DB-4518-41DC-B1E4-35446A2DC78F}" dt="2026-09-23T00:29:04.992" v="604" actId="478"/>
          <ac:spMkLst>
            <pc:docMk/>
            <pc:sldMk cId="595931113" sldId="2775"/>
            <ac:spMk id="3" creationId="{358876D6-9C24-6640-0236-C08BC342BE6F}"/>
          </ac:spMkLst>
        </pc:spChg>
        <pc:spChg chg="del">
          <ac:chgData name="Naga Mahadeva" userId="2d3d2e38f9c357bf" providerId="LiveId" clId="{89A268DB-4518-41DC-B1E4-35446A2DC78F}" dt="2026-09-23T00:29:12.136" v="606" actId="478"/>
          <ac:spMkLst>
            <pc:docMk/>
            <pc:sldMk cId="595931113" sldId="2775"/>
            <ac:spMk id="4" creationId="{1C33C2E1-4896-EFFC-18AD-46C5F6CC7E84}"/>
          </ac:spMkLst>
        </pc:spChg>
        <pc:spChg chg="del">
          <ac:chgData name="Naga Mahadeva" userId="2d3d2e38f9c357bf" providerId="LiveId" clId="{89A268DB-4518-41DC-B1E4-35446A2DC78F}" dt="2026-09-23T00:29:07.354" v="605" actId="478"/>
          <ac:spMkLst>
            <pc:docMk/>
            <pc:sldMk cId="595931113" sldId="2775"/>
            <ac:spMk id="5" creationId="{42B549C3-9293-01C0-5FC1-9F9E4934B2AA}"/>
          </ac:spMkLst>
        </pc:spChg>
        <pc:spChg chg="add mod">
          <ac:chgData name="Naga Mahadeva" userId="2d3d2e38f9c357bf" providerId="LiveId" clId="{89A268DB-4518-41DC-B1E4-35446A2DC78F}" dt="2026-09-23T00:29:13.695" v="607"/>
          <ac:spMkLst>
            <pc:docMk/>
            <pc:sldMk cId="595931113" sldId="2775"/>
            <ac:spMk id="7" creationId="{0B186C05-3FB4-704F-C79A-B2139868C050}"/>
          </ac:spMkLst>
        </pc:spChg>
        <pc:spChg chg="add mod">
          <ac:chgData name="Naga Mahadeva" userId="2d3d2e38f9c357bf" providerId="LiveId" clId="{89A268DB-4518-41DC-B1E4-35446A2DC78F}" dt="2026-09-23T00:29:51.436" v="611"/>
          <ac:spMkLst>
            <pc:docMk/>
            <pc:sldMk cId="595931113" sldId="2775"/>
            <ac:spMk id="9" creationId="{6AF4D90F-8DF6-4AEB-BD2B-55C42385D4E8}"/>
          </ac:spMkLst>
        </pc:spChg>
        <pc:spChg chg="add mod">
          <ac:chgData name="Naga Mahadeva" userId="2d3d2e38f9c357bf" providerId="LiveId" clId="{89A268DB-4518-41DC-B1E4-35446A2DC78F}" dt="2026-09-23T00:30:52.506" v="628" actId="20577"/>
          <ac:spMkLst>
            <pc:docMk/>
            <pc:sldMk cId="595931113" sldId="2775"/>
            <ac:spMk id="12" creationId="{7D8C40E4-788E-798B-1BAC-FFC4BA294927}"/>
          </ac:spMkLst>
        </pc:spChg>
        <pc:picChg chg="add mod">
          <ac:chgData name="Naga Mahadeva" userId="2d3d2e38f9c357bf" providerId="LiveId" clId="{89A268DB-4518-41DC-B1E4-35446A2DC78F}" dt="2026-09-23T00:30:32.749" v="618" actId="1076"/>
          <ac:picMkLst>
            <pc:docMk/>
            <pc:sldMk cId="595931113" sldId="2775"/>
            <ac:picMk id="11" creationId="{CBF0CB58-892A-C4F9-18CC-275CA72EBB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407" y="2194560"/>
            <a:ext cx="10742212" cy="1470991"/>
          </a:xfrm>
        </p:spPr>
        <p:txBody>
          <a:bodyPr anchor="t">
            <a:noAutofit/>
          </a:bodyPr>
          <a:lstStyle/>
          <a:p>
            <a:pPr algn="ctr"/>
            <a:r>
              <a:rPr lang="en-IN" sz="6000" dirty="0"/>
              <a:t>STACK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755496" y="4222162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NagaJayaMadhuPraveen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F859CA-7C72-396B-A011-01E1A52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044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Stack –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DE7B3-947E-7624-EAA2-7BD216246076}"/>
              </a:ext>
            </a:extLst>
          </p:cNvPr>
          <p:cNvSpPr txBox="1"/>
          <p:nvPr/>
        </p:nvSpPr>
        <p:spPr>
          <a:xfrm>
            <a:off x="913032" y="647454"/>
            <a:ext cx="81196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 </a:t>
            </a:r>
            <a:r>
              <a:rPr lang="en-IN" b="1" dirty="0"/>
              <a:t>stack</a:t>
            </a:r>
            <a:r>
              <a:rPr lang="en-IN" dirty="0"/>
              <a:t> is a linear data structure used to store a collection of items.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 stack follows the </a:t>
            </a:r>
            <a:r>
              <a:rPr lang="en-IN" b="1" dirty="0"/>
              <a:t>LIFO</a:t>
            </a:r>
            <a:r>
              <a:rPr lang="en-IN" dirty="0"/>
              <a:t> principle.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LIFO = Last In, First Out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The item added most recently is the first item removed.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We can think of a stack like a </a:t>
            </a:r>
            <a:r>
              <a:rPr lang="en-IN" b="1" dirty="0"/>
              <a:t>stack of plates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We can add and remove plates only from the top.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        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           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┌───────────┐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│  Plate 3│  ← Last added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├───────────┤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│  Plate 2  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├───────────┤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│  Plate 1  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└───────────┘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         ↑</a:t>
            </a:r>
          </a:p>
          <a:p>
            <a:r>
              <a:rPr lang="en-IN" dirty="0"/>
              <a:t>           BOTTOM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CBD175-0D1A-20B5-0536-A0071865B60A}"/>
              </a:ext>
            </a:extLst>
          </p:cNvPr>
          <p:cNvSpPr txBox="1"/>
          <p:nvPr/>
        </p:nvSpPr>
        <p:spPr>
          <a:xfrm>
            <a:off x="6096000" y="3180522"/>
            <a:ext cx="5974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Idea</a:t>
            </a:r>
          </a:p>
          <a:p>
            <a:r>
              <a:rPr lang="en-IN" b="1" dirty="0"/>
              <a:t>Last plate added → First plate removed</a:t>
            </a:r>
            <a:endParaRPr lang="en-IN" dirty="0"/>
          </a:p>
          <a:p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If we add 10 → 20 → 30, then 30 will be removed first.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67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8C6B7F-085C-9294-EFAC-03451D3A03E5}"/>
              </a:ext>
            </a:extLst>
          </p:cNvPr>
          <p:cNvSpPr txBox="1"/>
          <p:nvPr/>
        </p:nvSpPr>
        <p:spPr>
          <a:xfrm>
            <a:off x="1" y="893944"/>
            <a:ext cx="68778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Stack Operations</a:t>
            </a:r>
          </a:p>
          <a:p>
            <a:r>
              <a:rPr lang="en-IN" b="1" dirty="0"/>
              <a:t>1. push()</a:t>
            </a:r>
            <a:endParaRPr lang="en-IN" dirty="0"/>
          </a:p>
          <a:p>
            <a:pPr lvl="0"/>
            <a:r>
              <a:rPr lang="en-IN" dirty="0"/>
              <a:t>Adds a new element to the top of the stack. </a:t>
            </a:r>
          </a:p>
          <a:p>
            <a:r>
              <a:rPr lang="en-IN" b="1" dirty="0"/>
              <a:t>2. pop()</a:t>
            </a:r>
            <a:endParaRPr lang="en-IN" dirty="0"/>
          </a:p>
          <a:p>
            <a:pPr lvl="0"/>
            <a:r>
              <a:rPr lang="en-IN" dirty="0"/>
              <a:t>Removes the element from the top of the stack. </a:t>
            </a:r>
          </a:p>
          <a:p>
            <a:r>
              <a:rPr lang="en-IN" b="1" dirty="0"/>
              <a:t>3. peek() / top()</a:t>
            </a:r>
            <a:endParaRPr lang="en-IN" dirty="0"/>
          </a:p>
          <a:p>
            <a:pPr lvl="0"/>
            <a:r>
              <a:rPr lang="en-IN" dirty="0"/>
              <a:t>Looks at the top element without removing it. </a:t>
            </a:r>
          </a:p>
          <a:p>
            <a:r>
              <a:rPr lang="en-IN" b="1" dirty="0"/>
              <a:t>4. </a:t>
            </a:r>
            <a:r>
              <a:rPr lang="en-IN" b="1" dirty="0" err="1"/>
              <a:t>isEmpty</a:t>
            </a:r>
            <a:r>
              <a:rPr lang="en-IN" b="1" dirty="0"/>
              <a:t>()</a:t>
            </a:r>
            <a:endParaRPr lang="en-IN" dirty="0"/>
          </a:p>
          <a:p>
            <a:pPr lvl="0"/>
            <a:r>
              <a:rPr lang="en-IN" dirty="0"/>
              <a:t>Checks whether the stack contains no elements. </a:t>
            </a:r>
          </a:p>
          <a:p>
            <a:r>
              <a:rPr lang="en-IN" b="1" dirty="0"/>
              <a:t>5. </a:t>
            </a:r>
            <a:r>
              <a:rPr lang="en-IN" b="1" dirty="0" err="1"/>
              <a:t>isFull</a:t>
            </a:r>
            <a:r>
              <a:rPr lang="en-IN" b="1" dirty="0"/>
              <a:t>()</a:t>
            </a:r>
            <a:endParaRPr lang="en-IN" dirty="0"/>
          </a:p>
          <a:p>
            <a:pPr lvl="0"/>
            <a:r>
              <a:rPr lang="en-IN" dirty="0"/>
              <a:t>Checks whether the stack has reached its maximum capacity. </a:t>
            </a:r>
          </a:p>
          <a:p>
            <a:r>
              <a:rPr lang="en-IN" b="1" dirty="0"/>
              <a:t>6. </a:t>
            </a:r>
            <a:r>
              <a:rPr lang="en-IN" b="1" dirty="0" err="1"/>
              <a:t>displayAll</a:t>
            </a:r>
            <a:r>
              <a:rPr lang="en-IN" b="1" dirty="0"/>
              <a:t>()</a:t>
            </a:r>
            <a:endParaRPr lang="en-IN" dirty="0"/>
          </a:p>
          <a:p>
            <a:pPr lvl="0"/>
            <a:r>
              <a:rPr lang="en-IN" dirty="0"/>
              <a:t>Displays all elements currently stored in the stack.</a:t>
            </a:r>
          </a:p>
          <a:p>
            <a:endParaRPr lang="en-US" dirty="0"/>
          </a:p>
          <a:p>
            <a:r>
              <a:rPr lang="en-IN" b="1" dirty="0"/>
              <a:t>Important Point</a:t>
            </a:r>
          </a:p>
          <a:p>
            <a:r>
              <a:rPr lang="en-IN" dirty="0"/>
              <a:t>All insertion and deletion happens at the </a:t>
            </a:r>
            <a:r>
              <a:rPr lang="en-IN" b="1" dirty="0"/>
              <a:t>TOP</a:t>
            </a:r>
            <a:r>
              <a:rPr lang="en-IN" dirty="0"/>
              <a:t> of the stack.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CB54BA-DE5C-EB6E-FBFE-20BF50F8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STACK OPERATIONS</a:t>
            </a:r>
          </a:p>
        </p:txBody>
      </p:sp>
      <p:pic>
        <p:nvPicPr>
          <p:cNvPr id="6" name="Picture 5" descr="The image illustrates a stack manipulation sequence where 30 is pushed, then 20 and 10 are pushed, followed by a pop operation removing 4, and finally, 20 and 10 are popped, indicating that 30 was the first to be removed.&#10;&#10;AI-generated content may be incorrect.">
            <a:extLst>
              <a:ext uri="{FF2B5EF4-FFF2-40B4-BE49-F238E27FC236}">
                <a16:creationId xmlns:a16="http://schemas.microsoft.com/office/drawing/2014/main" id="{781DA281-46AA-7BBF-9BDF-54805A6B7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120" y="1288940"/>
            <a:ext cx="2210108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72A493-14A7-8A96-4441-F4832FBFAAE1}"/>
              </a:ext>
            </a:extLst>
          </p:cNvPr>
          <p:cNvSpPr txBox="1"/>
          <p:nvPr/>
        </p:nvSpPr>
        <p:spPr>
          <a:xfrm>
            <a:off x="690396" y="796064"/>
            <a:ext cx="81196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Array-Based Stack</a:t>
            </a:r>
          </a:p>
          <a:p>
            <a:r>
              <a:rPr lang="en-IN" dirty="0"/>
              <a:t>A stack can be implemented using a </a:t>
            </a:r>
            <a:r>
              <a:rPr lang="en-IN" b="1" dirty="0"/>
              <a:t>static array</a:t>
            </a:r>
            <a:r>
              <a:rPr lang="en-IN" dirty="0"/>
              <a:t>.</a:t>
            </a:r>
          </a:p>
          <a:p>
            <a:r>
              <a:rPr lang="en-IN" dirty="0"/>
              <a:t>For example, if the maximum size is 5: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How it works</a:t>
            </a:r>
          </a:p>
          <a:p>
            <a:pPr lvl="0"/>
            <a:r>
              <a:rPr lang="en-IN" dirty="0"/>
              <a:t>The array has a </a:t>
            </a:r>
            <a:r>
              <a:rPr lang="en-IN" b="1" dirty="0"/>
              <a:t>fixed size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 variable such as top keeps track of the top element. </a:t>
            </a:r>
          </a:p>
          <a:p>
            <a:pPr lvl="0"/>
            <a:r>
              <a:rPr lang="en-IN" dirty="0"/>
              <a:t>When we perform push(), top moves upward. </a:t>
            </a:r>
          </a:p>
          <a:p>
            <a:pPr lvl="0"/>
            <a:r>
              <a:rPr lang="en-IN" dirty="0"/>
              <a:t>When we perform pop(), top moves downward. </a:t>
            </a:r>
          </a:p>
          <a:p>
            <a:pPr lvl="0"/>
            <a:r>
              <a:rPr lang="en-IN" dirty="0"/>
              <a:t>Initially, top = -1, meaning the stack is empty.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Example:                                         The Stack becomes</a:t>
            </a:r>
          </a:p>
          <a:p>
            <a:pPr lvl="0"/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925430-0878-B328-D60C-3C46E3A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52"/>
            <a:ext cx="12192000" cy="597499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STACK USING A STATIC ARRAY</a:t>
            </a:r>
          </a:p>
        </p:txBody>
      </p:sp>
      <p:pic>
        <p:nvPicPr>
          <p:cNvPr id="3" name="Picture 2" descr="The image depicts a stack manipulation sequence starting with a top value of -1, followed by pushing the values 10, 20, and 30 onto the stack, resulting in a final top value of 2.&#10;&#10;AI-generated content may be incorrect.">
            <a:extLst>
              <a:ext uri="{FF2B5EF4-FFF2-40B4-BE49-F238E27FC236}">
                <a16:creationId xmlns:a16="http://schemas.microsoft.com/office/drawing/2014/main" id="{8C55EDD8-2BBE-F536-BACB-E4BBC5DF3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94" y="4453320"/>
            <a:ext cx="1562318" cy="2229161"/>
          </a:xfrm>
          <a:prstGeom prst="rect">
            <a:avLst/>
          </a:prstGeom>
        </p:spPr>
      </p:pic>
      <p:pic>
        <p:nvPicPr>
          <p:cNvPr id="6" name="Picture 5" descr="The diagram illustrates a vertical hierarchy of numbers, starting with 30 at the top, followed by 20, and ending with 10, with an 'L' symbol indicating a branching or continuation.&#10;&#10;AI-generated content may be incorrect.">
            <a:extLst>
              <a:ext uri="{FF2B5EF4-FFF2-40B4-BE49-F238E27FC236}">
                <a16:creationId xmlns:a16="http://schemas.microsoft.com/office/drawing/2014/main" id="{E5CFC7B9-268C-0008-5C56-57E26DF8A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181" y="4561070"/>
            <a:ext cx="857370" cy="1743318"/>
          </a:xfrm>
          <a:prstGeom prst="rect">
            <a:avLst/>
          </a:prstGeom>
        </p:spPr>
      </p:pic>
      <p:pic>
        <p:nvPicPr>
          <p:cNvPr id="10" name="Picture 9" descr="The diagram depicts an array index list with values ranging from 1 to 30, followed by a 'TOP' marker.&#10;&#10;AI-generated content may be incorrect.">
            <a:extLst>
              <a:ext uri="{FF2B5EF4-FFF2-40B4-BE49-F238E27FC236}">
                <a16:creationId xmlns:a16="http://schemas.microsoft.com/office/drawing/2014/main" id="{D0D99558-B415-3990-6B96-BE5995815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654" y="1695811"/>
            <a:ext cx="3181794" cy="98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6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A900BB-2082-BDB1-9B47-92E75EC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OVERFLOW, UNDERFLOW &amp; 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90787-969A-0913-6F9F-5B1310FC9333}"/>
              </a:ext>
            </a:extLst>
          </p:cNvPr>
          <p:cNvSpPr txBox="1"/>
          <p:nvPr/>
        </p:nvSpPr>
        <p:spPr>
          <a:xfrm>
            <a:off x="1103864" y="1530048"/>
            <a:ext cx="8119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Stack Overflow</a:t>
            </a:r>
          </a:p>
          <a:p>
            <a:r>
              <a:rPr lang="en-IN" b="1" dirty="0"/>
              <a:t>Overflow</a:t>
            </a:r>
            <a:r>
              <a:rPr lang="en-IN" dirty="0"/>
              <a:t> happens when we try to push() an element into a stack that is already full.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3" name="Picture 2" descr="The image illustrates a stack with a maximum size limit of 3, showing numbers 30, 20, and 10, and an error message indicating a stack overflow when trying to push the number 40.&#10;&#10;AI-generated content may be incorrect.">
            <a:extLst>
              <a:ext uri="{FF2B5EF4-FFF2-40B4-BE49-F238E27FC236}">
                <a16:creationId xmlns:a16="http://schemas.microsoft.com/office/drawing/2014/main" id="{859CBB65-72A2-8A62-9CB3-506BB6D1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56" y="2516618"/>
            <a:ext cx="1838582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081E1-D1F7-FDE6-3C76-843EDD3C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186C05-3FB4-704F-C79A-B2139868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OVERFLOW, UNDERFLOW &amp; LIMITATIONS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4D90F-8DF6-4AEB-BD2B-55C42385D4E8}"/>
              </a:ext>
            </a:extLst>
          </p:cNvPr>
          <p:cNvSpPr txBox="1"/>
          <p:nvPr/>
        </p:nvSpPr>
        <p:spPr>
          <a:xfrm>
            <a:off x="1164866" y="1347905"/>
            <a:ext cx="6098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Stack Underflow</a:t>
            </a:r>
          </a:p>
          <a:p>
            <a:r>
              <a:rPr lang="en-IN" b="1" dirty="0"/>
              <a:t>Underflow</a:t>
            </a:r>
            <a:r>
              <a:rPr lang="en-IN" dirty="0"/>
              <a:t> happens when we try to pop() from an empty stack.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  <p:pic>
        <p:nvPicPr>
          <p:cNvPr id="11" name="Picture 10" descr="STACK UNDERFLOW,&#10;&#10;AI-generated content may be incorrect.">
            <a:extLst>
              <a:ext uri="{FF2B5EF4-FFF2-40B4-BE49-F238E27FC236}">
                <a16:creationId xmlns:a16="http://schemas.microsoft.com/office/drawing/2014/main" id="{CBF0CB58-892A-C4F9-18CC-275CA72EB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23" y="2030277"/>
            <a:ext cx="1724266" cy="1486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8C40E4-788E-798B-1BAC-FFC4BA294927}"/>
              </a:ext>
            </a:extLst>
          </p:cNvPr>
          <p:cNvSpPr txBox="1"/>
          <p:nvPr/>
        </p:nvSpPr>
        <p:spPr>
          <a:xfrm>
            <a:off x="1013791" y="3516384"/>
            <a:ext cx="523893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Advantages</a:t>
            </a:r>
          </a:p>
          <a:p>
            <a:pPr lvl="0"/>
            <a:r>
              <a:rPr lang="en-IN" dirty="0"/>
              <a:t>Simple to implement. </a:t>
            </a:r>
          </a:p>
          <a:p>
            <a:pPr lvl="0"/>
            <a:r>
              <a:rPr lang="en-IN" dirty="0"/>
              <a:t>Fast push() and pop() operations. </a:t>
            </a:r>
          </a:p>
          <a:p>
            <a:pPr lvl="0"/>
            <a:r>
              <a:rPr lang="en-IN" dirty="0"/>
              <a:t>Easy to understand. </a:t>
            </a:r>
          </a:p>
          <a:p>
            <a:pPr lvl="0"/>
            <a:r>
              <a:rPr lang="en-IN" dirty="0"/>
              <a:t>Array access is efficient. </a:t>
            </a:r>
          </a:p>
          <a:p>
            <a:r>
              <a:rPr lang="en-IN" b="1" dirty="0"/>
              <a:t>Limitations</a:t>
            </a:r>
          </a:p>
          <a:p>
            <a:pPr lvl="0"/>
            <a:r>
              <a:rPr lang="en-IN" dirty="0"/>
              <a:t>A static array has a </a:t>
            </a:r>
            <a:r>
              <a:rPr lang="en-IN" b="1" dirty="0"/>
              <a:t>fixed capacity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Extra space may be unused. </a:t>
            </a:r>
          </a:p>
          <a:p>
            <a:pPr lvl="0"/>
            <a:r>
              <a:rPr lang="en-IN" dirty="0"/>
              <a:t>Stack overflow can occur when the array is full.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931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A729299-2ACE-58EE-C6A2-9612CF07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REAL-LIFE EXAMPLE: STACK OF PLATES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13FB3-E6AA-239A-7A9B-384CC113B573}"/>
              </a:ext>
            </a:extLst>
          </p:cNvPr>
          <p:cNvSpPr txBox="1"/>
          <p:nvPr/>
        </p:nvSpPr>
        <p:spPr>
          <a:xfrm>
            <a:off x="1103864" y="1530048"/>
            <a:ext cx="81196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Stack of Plates</a:t>
            </a:r>
          </a:p>
          <a:p>
            <a:r>
              <a:rPr lang="en-IN" dirty="0"/>
              <a:t>A stack of plates is an easy real-life example of a stack.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b="1" dirty="0"/>
              <a:t>Why is it LIFO?</a:t>
            </a:r>
          </a:p>
          <a:p>
            <a:r>
              <a:rPr lang="en-IN" dirty="0"/>
              <a:t>When a new plate is placed on top, it blocks the plates underneath it.</a:t>
            </a:r>
          </a:p>
          <a:p>
            <a:r>
              <a:rPr lang="en-IN" dirty="0"/>
              <a:t>Therefore:</a:t>
            </a:r>
          </a:p>
          <a:p>
            <a:r>
              <a:rPr lang="en-IN" b="1" dirty="0"/>
              <a:t>Plate 3 was added last → Plate 3 is removed first.</a:t>
            </a:r>
            <a:endParaRPr lang="en-IN" dirty="0"/>
          </a:p>
          <a:p>
            <a:r>
              <a:rPr lang="en-IN" dirty="0"/>
              <a:t>This is exactly how a computer stack works.</a:t>
            </a:r>
          </a:p>
        </p:txBody>
      </p:sp>
      <p:pic>
        <p:nvPicPr>
          <p:cNvPr id="3" name="Picture 2" descr="Plate 1&#10;&#10;AI-generated content may be incorrect.">
            <a:extLst>
              <a:ext uri="{FF2B5EF4-FFF2-40B4-BE49-F238E27FC236}">
                <a16:creationId xmlns:a16="http://schemas.microsoft.com/office/drawing/2014/main" id="{5C2A0863-AE0E-D236-3229-E2633D58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190" y="1161276"/>
            <a:ext cx="269595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86160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{EAC1584E-BD28-47EF-9630-F926C5E5F6FA}05f950ec-c865-457c-93ae-9eb2ef1c603f-TFa19fa653-f273-4169-96ef-448bb1cd1027_win32</Template>
  <TotalTime>266</TotalTime>
  <Words>490</Words>
  <Application>Microsoft Office PowerPoint</Application>
  <PresentationFormat>Widescreen</PresentationFormat>
  <Paragraphs>84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Neue Haas Grotesk Text Pro</vt:lpstr>
      <vt:lpstr>Wingdings</vt:lpstr>
      <vt:lpstr>OasisVTI</vt:lpstr>
      <vt:lpstr>PowerPoint Presentation</vt:lpstr>
      <vt:lpstr>Stack – Introduction</vt:lpstr>
      <vt:lpstr>STACK OPERATIONS</vt:lpstr>
      <vt:lpstr>STACK USING A STATIC ARRAY</vt:lpstr>
      <vt:lpstr>OVERFLOW, UNDERFLOW &amp; LIMITATIONS</vt:lpstr>
      <vt:lpstr>OVERFLOW, UNDERFLOW &amp; LIMITATIONS</vt:lpstr>
      <vt:lpstr>REAL-LIFE EXAMPLE: STACK OF PLATES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Mahadeva</dc:creator>
  <cp:lastModifiedBy>Naga Mahadeva</cp:lastModifiedBy>
  <cp:revision>1</cp:revision>
  <dcterms:created xsi:type="dcterms:W3CDTF">2026-05-22T01:39:06Z</dcterms:created>
  <dcterms:modified xsi:type="dcterms:W3CDTF">2026-09-23T00:33:19Z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