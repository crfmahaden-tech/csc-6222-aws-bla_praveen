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767" r:id="rId5"/>
    <p:sldId id="2768" r:id="rId6"/>
    <p:sldId id="2769" r:id="rId7"/>
    <p:sldId id="2770" r:id="rId8"/>
    <p:sldId id="27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6425F-1B90-4E77-9F8C-736CED1FE59D}" v="11" dt="2026-09-23T22:39:30.423"/>
    <p1510:client id="{50C237C2-48F3-4DD9-A57D-40DBAA151FC4}" v="22" dt="2026-09-23T03:58:49.740"/>
    <p1510:client id="{8D0A38CB-4642-4C43-999D-9033532D69C5}" v="9" dt="2026-09-24T00:33:08.919"/>
    <p1510:client id="{F1AAA469-7803-458A-A7C6-EE98F188EF38}" v="5" dt="2026-09-23T23:21:42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95"/>
  </p:normalViewPr>
  <p:slideViewPr>
    <p:cSldViewPr snapToGrid="0">
      <p:cViewPr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redo custSel addSld delSld modSld">
      <pc:chgData name="Naga Mahadeva" userId="2d3d2e38f9c357bf" providerId="LiveId" clId="{89A268DB-4518-41DC-B1E4-35446A2DC78F}" dt="2026-09-24T00:34:56.399" v="1039" actId="1076"/>
      <pc:docMkLst>
        <pc:docMk/>
      </pc:docMkLst>
      <pc:sldChg chg="addSp modSp mod">
        <pc:chgData name="Naga Mahadeva" userId="2d3d2e38f9c357bf" providerId="LiveId" clId="{89A268DB-4518-41DC-B1E4-35446A2DC78F}" dt="2026-09-24T00:29:07.916" v="987" actId="1076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09-24T00:29:07.916" v="987" actId="1076"/>
          <ac:spMkLst>
            <pc:docMk/>
            <pc:sldMk cId="4182614578" sldId="2767"/>
            <ac:spMk id="3" creationId="{7604D864-A6BD-C75F-9B88-BAB58775ABDD}"/>
          </ac:spMkLst>
        </pc:spChg>
        <pc:spChg chg="mod">
          <ac:chgData name="Naga Mahadeva" userId="2d3d2e38f9c357bf" providerId="LiveId" clId="{89A268DB-4518-41DC-B1E4-35446A2DC78F}" dt="2026-09-23T21:22:57.044" v="787" actId="1076"/>
          <ac:spMkLst>
            <pc:docMk/>
            <pc:sldMk cId="4182614578" sldId="2767"/>
            <ac:spMk id="7" creationId="{396580F1-5F2C-1782-40E0-83E80CDC0535}"/>
          </ac:spMkLst>
        </pc:spChg>
      </pc:sldChg>
      <pc:sldChg chg="addSp delSp modSp mod">
        <pc:chgData name="Naga Mahadeva" userId="2d3d2e38f9c357bf" providerId="LiveId" clId="{89A268DB-4518-41DC-B1E4-35446A2DC78F}" dt="2026-09-24T00:30:31.482" v="995"/>
        <pc:sldMkLst>
          <pc:docMk/>
          <pc:sldMk cId="2523674139" sldId="2768"/>
        </pc:sldMkLst>
        <pc:spChg chg="add mod">
          <ac:chgData name="Naga Mahadeva" userId="2d3d2e38f9c357bf" providerId="LiveId" clId="{89A268DB-4518-41DC-B1E4-35446A2DC78F}" dt="2026-09-24T00:29:54.606" v="991" actId="1076"/>
          <ac:spMkLst>
            <pc:docMk/>
            <pc:sldMk cId="2523674139" sldId="2768"/>
            <ac:spMk id="2" creationId="{3C54ACD1-589F-9380-42FB-8BEE084651A5}"/>
          </ac:spMkLst>
        </pc:spChg>
        <pc:spChg chg="add del mod">
          <ac:chgData name="Naga Mahadeva" userId="2d3d2e38f9c357bf" providerId="LiveId" clId="{89A268DB-4518-41DC-B1E4-35446A2DC78F}" dt="2026-09-23T21:24:32.882" v="799" actId="478"/>
          <ac:spMkLst>
            <pc:docMk/>
            <pc:sldMk cId="2523674139" sldId="2768"/>
            <ac:spMk id="2" creationId="{D6CBD175-0D1A-20B5-0536-A0071865B60A}"/>
          </ac:spMkLst>
        </pc:spChg>
        <pc:spChg chg="add del mod">
          <ac:chgData name="Naga Mahadeva" userId="2d3d2e38f9c357bf" providerId="LiveId" clId="{89A268DB-4518-41DC-B1E4-35446A2DC78F}" dt="2026-09-23T23:15:41.906" v="911" actId="478"/>
          <ac:spMkLst>
            <pc:docMk/>
            <pc:sldMk cId="2523674139" sldId="2768"/>
            <ac:spMk id="6" creationId="{605007A0-EFDA-C705-DEB9-ED10B4A867DD}"/>
          </ac:spMkLst>
        </pc:spChg>
        <pc:spChg chg="mod">
          <ac:chgData name="Naga Mahadeva" userId="2d3d2e38f9c357bf" providerId="LiveId" clId="{89A268DB-4518-41DC-B1E4-35446A2DC78F}" dt="2026-09-24T00:30:31.482" v="995"/>
          <ac:spMkLst>
            <pc:docMk/>
            <pc:sldMk cId="2523674139" sldId="2768"/>
            <ac:spMk id="7" creationId="{28F859CA-7C72-396B-A011-01E1A52FC6AE}"/>
          </ac:spMkLst>
        </pc:spChg>
        <pc:spChg chg="del mod">
          <ac:chgData name="Naga Mahadeva" userId="2d3d2e38f9c357bf" providerId="LiveId" clId="{89A268DB-4518-41DC-B1E4-35446A2DC78F}" dt="2026-09-23T23:15:39.868" v="910" actId="478"/>
          <ac:spMkLst>
            <pc:docMk/>
            <pc:sldMk cId="2523674139" sldId="2768"/>
            <ac:spMk id="9" creationId="{40ADE7B3-947E-7624-EAA2-7BD216246076}"/>
          </ac:spMkLst>
        </pc:spChg>
        <pc:picChg chg="add del mod">
          <ac:chgData name="Naga Mahadeva" userId="2d3d2e38f9c357bf" providerId="LiveId" clId="{89A268DB-4518-41DC-B1E4-35446A2DC78F}" dt="2026-09-24T00:29:46.190" v="988" actId="478"/>
          <ac:picMkLst>
            <pc:docMk/>
            <pc:sldMk cId="2523674139" sldId="2768"/>
            <ac:picMk id="3" creationId="{8B7BA63C-FA3D-AF1A-F911-790DC1DD18C3}"/>
          </ac:picMkLst>
        </pc:picChg>
        <pc:picChg chg="add del mod">
          <ac:chgData name="Naga Mahadeva" userId="2d3d2e38f9c357bf" providerId="LiveId" clId="{89A268DB-4518-41DC-B1E4-35446A2DC78F}" dt="2026-09-23T21:24:36.702" v="801" actId="478"/>
          <ac:picMkLst>
            <pc:docMk/>
            <pc:sldMk cId="2523674139" sldId="2768"/>
            <ac:picMk id="4" creationId="{3FD0DC45-52BC-0D8B-FF27-4C6E68E97962}"/>
          </ac:picMkLst>
        </pc:picChg>
        <pc:picChg chg="add del mod">
          <ac:chgData name="Naga Mahadeva" userId="2d3d2e38f9c357bf" providerId="LiveId" clId="{89A268DB-4518-41DC-B1E4-35446A2DC78F}" dt="2026-09-23T00:19:42.192" v="370" actId="478"/>
          <ac:picMkLst>
            <pc:docMk/>
            <pc:sldMk cId="2523674139" sldId="2768"/>
            <ac:picMk id="4" creationId="{515B3686-FAF4-CDCB-74B0-2D903B7B3852}"/>
          </ac:picMkLst>
        </pc:picChg>
        <pc:picChg chg="add mod">
          <ac:chgData name="Naga Mahadeva" userId="2d3d2e38f9c357bf" providerId="LiveId" clId="{89A268DB-4518-41DC-B1E4-35446A2DC78F}" dt="2026-09-24T00:30:18.906" v="994" actId="27614"/>
          <ac:picMkLst>
            <pc:docMk/>
            <pc:sldMk cId="2523674139" sldId="2768"/>
            <ac:picMk id="5" creationId="{26C65996-CE31-E5E1-B070-A2904FDCDCBB}"/>
          </ac:picMkLst>
        </pc:picChg>
        <pc:picChg chg="add del mod">
          <ac:chgData name="Naga Mahadeva" userId="2d3d2e38f9c357bf" providerId="LiveId" clId="{89A268DB-4518-41DC-B1E4-35446A2DC78F}" dt="2026-09-23T23:15:43.340" v="912" actId="478"/>
          <ac:picMkLst>
            <pc:docMk/>
            <pc:sldMk cId="2523674139" sldId="2768"/>
            <ac:picMk id="5" creationId="{E5450E7C-E561-43C7-167D-37C1050F870E}"/>
          </ac:picMkLst>
        </pc:picChg>
      </pc:sldChg>
      <pc:sldChg chg="addSp delSp modSp mod">
        <pc:chgData name="Naga Mahadeva" userId="2d3d2e38f9c357bf" providerId="LiveId" clId="{89A268DB-4518-41DC-B1E4-35446A2DC78F}" dt="2026-09-24T00:31:35.890" v="1005" actId="27614"/>
        <pc:sldMkLst>
          <pc:docMk/>
          <pc:sldMk cId="501066885" sldId="2769"/>
        </pc:sldMkLst>
        <pc:spChg chg="add del mod">
          <ac:chgData name="Naga Mahadeva" userId="2d3d2e38f9c357bf" providerId="LiveId" clId="{89A268DB-4518-41DC-B1E4-35446A2DC78F}" dt="2026-09-23T00:24:17.944" v="488"/>
          <ac:spMkLst>
            <pc:docMk/>
            <pc:sldMk cId="501066885" sldId="2769"/>
            <ac:spMk id="2" creationId="{3B918290-24C2-C3F4-C0E1-AFEF78A3309D}"/>
          </ac:spMkLst>
        </pc:spChg>
        <pc:spChg chg="add mod">
          <ac:chgData name="Naga Mahadeva" userId="2d3d2e38f9c357bf" providerId="LiveId" clId="{89A268DB-4518-41DC-B1E4-35446A2DC78F}" dt="2026-09-24T00:31:17.784" v="1002" actId="1076"/>
          <ac:spMkLst>
            <pc:docMk/>
            <pc:sldMk cId="501066885" sldId="2769"/>
            <ac:spMk id="2" creationId="{C1255A5C-A0F3-B042-3801-3F14C94D5434}"/>
          </ac:spMkLst>
        </pc:spChg>
        <pc:spChg chg="add del mod">
          <ac:chgData name="Naga Mahadeva" userId="2d3d2e38f9c357bf" providerId="LiveId" clId="{89A268DB-4518-41DC-B1E4-35446A2DC78F}" dt="2026-09-23T00:24:22.246" v="490" actId="478"/>
          <ac:spMkLst>
            <pc:docMk/>
            <pc:sldMk cId="501066885" sldId="2769"/>
            <ac:spMk id="3" creationId="{AC41EA17-B4A3-22AB-F782-C026E7766745}"/>
          </ac:spMkLst>
        </pc:spChg>
        <pc:spChg chg="del mod">
          <ac:chgData name="Naga Mahadeva" userId="2d3d2e38f9c357bf" providerId="LiveId" clId="{89A268DB-4518-41DC-B1E4-35446A2DC78F}" dt="2026-09-23T23:17:41.948" v="930" actId="478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09-24T00:30:47.557" v="996"/>
          <ac:spMkLst>
            <pc:docMk/>
            <pc:sldMk cId="501066885" sldId="2769"/>
            <ac:spMk id="9" creationId="{D9CB54BA-DE5C-EB6E-FBFE-20BF50F8B8CA}"/>
          </ac:spMkLst>
        </pc:spChg>
        <pc:picChg chg="add del mod">
          <ac:chgData name="Naga Mahadeva" userId="2d3d2e38f9c357bf" providerId="LiveId" clId="{89A268DB-4518-41DC-B1E4-35446A2DC78F}" dt="2026-09-23T21:26:08.784" v="811" actId="478"/>
          <ac:picMkLst>
            <pc:docMk/>
            <pc:sldMk cId="501066885" sldId="2769"/>
            <ac:picMk id="3" creationId="{7E0A04F9-828F-18FD-017B-4F14FF837D95}"/>
          </ac:picMkLst>
        </pc:picChg>
        <pc:picChg chg="add del mod">
          <ac:chgData name="Naga Mahadeva" userId="2d3d2e38f9c357bf" providerId="LiveId" clId="{89A268DB-4518-41DC-B1E4-35446A2DC78F}" dt="2026-09-24T00:30:52.121" v="997" actId="478"/>
          <ac:picMkLst>
            <pc:docMk/>
            <pc:sldMk cId="501066885" sldId="2769"/>
            <ac:picMk id="3" creationId="{7E25E7A4-EF6A-F7F3-8276-DC9FBA5EF01B}"/>
          </ac:picMkLst>
        </pc:picChg>
        <pc:picChg chg="add del mod">
          <ac:chgData name="Naga Mahadeva" userId="2d3d2e38f9c357bf" providerId="LiveId" clId="{89A268DB-4518-41DC-B1E4-35446A2DC78F}" dt="2026-09-23T23:17:38.604" v="929" actId="478"/>
          <ac:picMkLst>
            <pc:docMk/>
            <pc:sldMk cId="501066885" sldId="2769"/>
            <ac:picMk id="4" creationId="{81BE218F-E386-17BA-4D2C-37E71AFBD177}"/>
          </ac:picMkLst>
        </pc:picChg>
        <pc:picChg chg="add del mod">
          <ac:chgData name="Naga Mahadeva" userId="2d3d2e38f9c357bf" providerId="LiveId" clId="{89A268DB-4518-41DC-B1E4-35446A2DC78F}" dt="2026-09-23T00:22:58.399" v="477" actId="478"/>
          <ac:picMkLst>
            <pc:docMk/>
            <pc:sldMk cId="501066885" sldId="2769"/>
            <ac:picMk id="4" creationId="{8B9A0917-8F82-C0BD-EB0C-AEAAFE1AF97C}"/>
          </ac:picMkLst>
        </pc:picChg>
        <pc:picChg chg="add mod">
          <ac:chgData name="Naga Mahadeva" userId="2d3d2e38f9c357bf" providerId="LiveId" clId="{89A268DB-4518-41DC-B1E4-35446A2DC78F}" dt="2026-09-24T00:31:35.890" v="1005" actId="27614"/>
          <ac:picMkLst>
            <pc:docMk/>
            <pc:sldMk cId="501066885" sldId="2769"/>
            <ac:picMk id="5" creationId="{42416CB9-8BCA-E07D-9A13-CB190D693B66}"/>
          </ac:picMkLst>
        </pc:picChg>
        <pc:picChg chg="add del mod">
          <ac:chgData name="Naga Mahadeva" userId="2d3d2e38f9c357bf" providerId="LiveId" clId="{89A268DB-4518-41DC-B1E4-35446A2DC78F}" dt="2026-09-24T00:30:53.653" v="998" actId="478"/>
          <ac:picMkLst>
            <pc:docMk/>
            <pc:sldMk cId="501066885" sldId="2769"/>
            <ac:picMk id="6" creationId="{2981416A-B923-FF4D-1613-C236ACB6D722}"/>
          </ac:picMkLst>
        </pc:picChg>
        <pc:picChg chg="add del mod">
          <ac:chgData name="Naga Mahadeva" userId="2d3d2e38f9c357bf" providerId="LiveId" clId="{89A268DB-4518-41DC-B1E4-35446A2DC78F}" dt="2026-09-23T01:13:33.187" v="688" actId="478"/>
          <ac:picMkLst>
            <pc:docMk/>
            <pc:sldMk cId="501066885" sldId="2769"/>
            <ac:picMk id="6" creationId="{781DA281-46AA-7BBF-9BDF-54805A6B7711}"/>
          </ac:picMkLst>
        </pc:picChg>
      </pc:sldChg>
      <pc:sldChg chg="addSp delSp modSp mod">
        <pc:chgData name="Naga Mahadeva" userId="2d3d2e38f9c357bf" providerId="LiveId" clId="{89A268DB-4518-41DC-B1E4-35446A2DC78F}" dt="2026-09-24T00:32:59.724" v="1017" actId="27614"/>
        <pc:sldMkLst>
          <pc:docMk/>
          <pc:sldMk cId="1992267581" sldId="2770"/>
        </pc:sldMkLst>
        <pc:spChg chg="del mod">
          <ac:chgData name="Naga Mahadeva" userId="2d3d2e38f9c357bf" providerId="LiveId" clId="{89A268DB-4518-41DC-B1E4-35446A2DC78F}" dt="2026-09-23T23:19:40.432" v="952" actId="478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09-24T00:31:47.184" v="1006"/>
          <ac:spMkLst>
            <pc:docMk/>
            <pc:sldMk cId="1992267581" sldId="2770"/>
            <ac:spMk id="9" creationId="{75925430-0878-B328-D60C-3C46E3A35A8E}"/>
          </ac:spMkLst>
        </pc:spChg>
        <pc:spChg chg="add del mod">
          <ac:chgData name="Naga Mahadeva" userId="2d3d2e38f9c357bf" providerId="LiveId" clId="{89A268DB-4518-41DC-B1E4-35446A2DC78F}" dt="2026-09-23T21:29:44.557" v="853" actId="478"/>
          <ac:spMkLst>
            <pc:docMk/>
            <pc:sldMk cId="1992267581" sldId="2770"/>
            <ac:spMk id="13" creationId="{6048ACBB-DA7C-1020-5E50-E75292990167}"/>
          </ac:spMkLst>
        </pc:spChg>
        <pc:picChg chg="add mod">
          <ac:chgData name="Naga Mahadeva" userId="2d3d2e38f9c357bf" providerId="LiveId" clId="{89A268DB-4518-41DC-B1E4-35446A2DC78F}" dt="2026-09-24T00:32:32.882" v="1014" actId="27614"/>
          <ac:picMkLst>
            <pc:docMk/>
            <pc:sldMk cId="1992267581" sldId="2770"/>
            <ac:picMk id="3" creationId="{4813ADC7-7E6F-210E-9F0F-35AFEE518CB1}"/>
          </ac:picMkLst>
        </pc:picChg>
        <pc:picChg chg="add del mod">
          <ac:chgData name="Naga Mahadeva" userId="2d3d2e38f9c357bf" providerId="LiveId" clId="{89A268DB-4518-41DC-B1E4-35446A2DC78F}" dt="2026-09-23T03:51:56.441" v="704" actId="478"/>
          <ac:picMkLst>
            <pc:docMk/>
            <pc:sldMk cId="1992267581" sldId="2770"/>
            <ac:picMk id="3" creationId="{8C55EDD8-2BBE-F536-BACB-E4BBC5DF3521}"/>
          </ac:picMkLst>
        </pc:picChg>
        <pc:picChg chg="add del mod">
          <ac:chgData name="Naga Mahadeva" userId="2d3d2e38f9c357bf" providerId="LiveId" clId="{89A268DB-4518-41DC-B1E4-35446A2DC78F}" dt="2026-09-23T23:19:44.402" v="954" actId="478"/>
          <ac:picMkLst>
            <pc:docMk/>
            <pc:sldMk cId="1992267581" sldId="2770"/>
            <ac:picMk id="3" creationId="{A399494E-4415-1E89-A38B-F2AA22366A82}"/>
          </ac:picMkLst>
        </pc:picChg>
        <pc:picChg chg="add del mod">
          <ac:chgData name="Naga Mahadeva" userId="2d3d2e38f9c357bf" providerId="LiveId" clId="{89A268DB-4518-41DC-B1E4-35446A2DC78F}" dt="2026-09-24T00:31:52.791" v="1009" actId="478"/>
          <ac:picMkLst>
            <pc:docMk/>
            <pc:sldMk cId="1992267581" sldId="2770"/>
            <ac:picMk id="4" creationId="{00B8F271-5340-6411-A92D-6738CEA6250A}"/>
          </ac:picMkLst>
        </pc:picChg>
        <pc:picChg chg="add del mod">
          <ac:chgData name="Naga Mahadeva" userId="2d3d2e38f9c357bf" providerId="LiveId" clId="{89A268DB-4518-41DC-B1E4-35446A2DC78F}" dt="2026-09-23T00:24:49.197" v="499" actId="478"/>
          <ac:picMkLst>
            <pc:docMk/>
            <pc:sldMk cId="1992267581" sldId="2770"/>
            <ac:picMk id="4" creationId="{7C3B9D37-9060-5D49-A233-1A5683C84CEB}"/>
          </ac:picMkLst>
        </pc:picChg>
        <pc:picChg chg="add del mod">
          <ac:chgData name="Naga Mahadeva" userId="2d3d2e38f9c357bf" providerId="LiveId" clId="{89A268DB-4518-41DC-B1E4-35446A2DC78F}" dt="2026-09-23T21:27:38.798" v="828" actId="478"/>
          <ac:picMkLst>
            <pc:docMk/>
            <pc:sldMk cId="1992267581" sldId="2770"/>
            <ac:picMk id="4" creationId="{9CD89E0D-CD89-3177-4FA9-81368542BFF7}"/>
          </ac:picMkLst>
        </pc:picChg>
        <pc:picChg chg="add del mod">
          <ac:chgData name="Naga Mahadeva" userId="2d3d2e38f9c357bf" providerId="LiveId" clId="{89A268DB-4518-41DC-B1E4-35446A2DC78F}" dt="2026-09-23T23:19:46.091" v="955" actId="478"/>
          <ac:picMkLst>
            <pc:docMk/>
            <pc:sldMk cId="1992267581" sldId="2770"/>
            <ac:picMk id="6" creationId="{173B026E-617F-28FD-3C96-BE23CE567E1A}"/>
          </ac:picMkLst>
        </pc:picChg>
        <pc:picChg chg="add mod">
          <ac:chgData name="Naga Mahadeva" userId="2d3d2e38f9c357bf" providerId="LiveId" clId="{89A268DB-4518-41DC-B1E4-35446A2DC78F}" dt="2026-09-24T00:32:59.724" v="1017" actId="27614"/>
          <ac:picMkLst>
            <pc:docMk/>
            <pc:sldMk cId="1992267581" sldId="2770"/>
            <ac:picMk id="6" creationId="{B805D408-22C3-E236-2ADF-CB6BDA844847}"/>
          </ac:picMkLst>
        </pc:picChg>
        <pc:picChg chg="add del mod">
          <ac:chgData name="Naga Mahadeva" userId="2d3d2e38f9c357bf" providerId="LiveId" clId="{89A268DB-4518-41DC-B1E4-35446A2DC78F}" dt="2026-09-23T03:51:58.243" v="705" actId="478"/>
          <ac:picMkLst>
            <pc:docMk/>
            <pc:sldMk cId="1992267581" sldId="2770"/>
            <ac:picMk id="6" creationId="{E5CFC7B9-268C-0008-5C56-57E26DF8A815}"/>
          </ac:picMkLst>
        </pc:picChg>
        <pc:picChg chg="add del mod">
          <ac:chgData name="Naga Mahadeva" userId="2d3d2e38f9c357bf" providerId="LiveId" clId="{89A268DB-4518-41DC-B1E4-35446A2DC78F}" dt="2026-09-23T21:27:41.379" v="829" actId="478"/>
          <ac:picMkLst>
            <pc:docMk/>
            <pc:sldMk cId="1992267581" sldId="2770"/>
            <ac:picMk id="8" creationId="{DE07FBED-D387-8153-0FD9-814B395F556D}"/>
          </ac:picMkLst>
        </pc:picChg>
        <pc:picChg chg="add del mod">
          <ac:chgData name="Naga Mahadeva" userId="2d3d2e38f9c357bf" providerId="LiveId" clId="{89A268DB-4518-41DC-B1E4-35446A2DC78F}" dt="2026-09-24T00:31:54.237" v="1010" actId="478"/>
          <ac:picMkLst>
            <pc:docMk/>
            <pc:sldMk cId="1992267581" sldId="2770"/>
            <ac:picMk id="8" creationId="{F6C26C30-6AA6-EE91-61D2-A6FCEE9D312A}"/>
          </ac:picMkLst>
        </pc:picChg>
        <pc:picChg chg="add del mod">
          <ac:chgData name="Naga Mahadeva" userId="2d3d2e38f9c357bf" providerId="LiveId" clId="{89A268DB-4518-41DC-B1E4-35446A2DC78F}" dt="2026-09-23T03:51:15.278" v="694" actId="478"/>
          <ac:picMkLst>
            <pc:docMk/>
            <pc:sldMk cId="1992267581" sldId="2770"/>
            <ac:picMk id="10" creationId="{D0D99558-B415-3990-6B96-BE5995815F16}"/>
          </ac:picMkLst>
        </pc:picChg>
        <pc:picChg chg="add del mod">
          <ac:chgData name="Naga Mahadeva" userId="2d3d2e38f9c357bf" providerId="LiveId" clId="{89A268DB-4518-41DC-B1E4-35446A2DC78F}" dt="2026-09-23T23:19:48" v="956" actId="478"/>
          <ac:picMkLst>
            <pc:docMk/>
            <pc:sldMk cId="1992267581" sldId="2770"/>
            <ac:picMk id="11" creationId="{F97A5DDC-FC30-6F80-1AFC-E4032475B553}"/>
          </ac:picMkLst>
        </pc:picChg>
        <pc:picChg chg="add del mod">
          <ac:chgData name="Naga Mahadeva" userId="2d3d2e38f9c357bf" providerId="LiveId" clId="{89A268DB-4518-41DC-B1E4-35446A2DC78F}" dt="2026-09-23T21:27:43.347" v="830" actId="478"/>
          <ac:picMkLst>
            <pc:docMk/>
            <pc:sldMk cId="1992267581" sldId="2770"/>
            <ac:picMk id="12" creationId="{59DF3328-3ED3-354D-E4F2-DE101C7FF23D}"/>
          </ac:picMkLst>
        </pc:picChg>
        <pc:picChg chg="add del mod">
          <ac:chgData name="Naga Mahadeva" userId="2d3d2e38f9c357bf" providerId="LiveId" clId="{89A268DB-4518-41DC-B1E4-35446A2DC78F}" dt="2026-09-24T00:31:51.405" v="1008" actId="478"/>
          <ac:picMkLst>
            <pc:docMk/>
            <pc:sldMk cId="1992267581" sldId="2770"/>
            <ac:picMk id="12" creationId="{F9CF8196-8CB0-649C-D15A-4895AE482A16}"/>
          </ac:picMkLst>
        </pc:picChg>
        <pc:picChg chg="add del mod">
          <ac:chgData name="Naga Mahadeva" userId="2d3d2e38f9c357bf" providerId="LiveId" clId="{89A268DB-4518-41DC-B1E4-35446A2DC78F}" dt="2026-09-24T00:31:49.919" v="1007" actId="478"/>
          <ac:picMkLst>
            <pc:docMk/>
            <pc:sldMk cId="1992267581" sldId="2770"/>
            <ac:picMk id="14" creationId="{738D3994-BBF1-B097-486A-0358B4CD51B4}"/>
          </ac:picMkLst>
        </pc:picChg>
        <pc:picChg chg="add del mod">
          <ac:chgData name="Naga Mahadeva" userId="2d3d2e38f9c357bf" providerId="LiveId" clId="{89A268DB-4518-41DC-B1E4-35446A2DC78F}" dt="2026-09-23T23:19:42.698" v="953" actId="478"/>
          <ac:picMkLst>
            <pc:docMk/>
            <pc:sldMk cId="1992267581" sldId="2770"/>
            <ac:picMk id="15" creationId="{83665AAD-DBFE-8424-8E3F-829ECC780104}"/>
          </ac:picMkLst>
        </pc:picChg>
        <pc:picChg chg="add del mod">
          <ac:chgData name="Naga Mahadeva" userId="2d3d2e38f9c357bf" providerId="LiveId" clId="{89A268DB-4518-41DC-B1E4-35446A2DC78F}" dt="2026-09-23T23:19:49.469" v="957" actId="478"/>
          <ac:picMkLst>
            <pc:docMk/>
            <pc:sldMk cId="1992267581" sldId="2770"/>
            <ac:picMk id="17" creationId="{0C8A0848-AFE4-6D4E-AA5A-4EED01FB6CB0}"/>
          </ac:picMkLst>
        </pc:picChg>
        <pc:picChg chg="add del mod">
          <ac:chgData name="Naga Mahadeva" userId="2d3d2e38f9c357bf" providerId="LiveId" clId="{89A268DB-4518-41DC-B1E4-35446A2DC78F}" dt="2026-09-24T00:31:55.725" v="1011" actId="478"/>
          <ac:picMkLst>
            <pc:docMk/>
            <pc:sldMk cId="1992267581" sldId="2770"/>
            <ac:picMk id="18" creationId="{F3DC05B0-1E66-2174-CC43-FC8E0736D44F}"/>
          </ac:picMkLst>
        </pc:picChg>
      </pc:sldChg>
      <pc:sldChg chg="addSp delSp modSp mod">
        <pc:chgData name="Naga Mahadeva" userId="2d3d2e38f9c357bf" providerId="LiveId" clId="{89A268DB-4518-41DC-B1E4-35446A2DC78F}" dt="2026-09-24T00:34:56.399" v="1039" actId="1076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09-24T00:33:13.560" v="1019" actId="14100"/>
          <ac:spMkLst>
            <pc:docMk/>
            <pc:sldMk cId="4290495646" sldId="2771"/>
            <ac:spMk id="7" creationId="{F5A900BB-2082-BDB1-9B47-92E75EC284B1}"/>
          </ac:spMkLst>
        </pc:spChg>
        <pc:spChg chg="del mod">
          <ac:chgData name="Naga Mahadeva" userId="2d3d2e38f9c357bf" providerId="LiveId" clId="{89A268DB-4518-41DC-B1E4-35446A2DC78F}" dt="2026-09-23T22:38:42.973" v="880" actId="478"/>
          <ac:spMkLst>
            <pc:docMk/>
            <pc:sldMk cId="4290495646" sldId="2771"/>
            <ac:spMk id="8" creationId="{58190787-969A-0913-6F9F-5B1310FC9333}"/>
          </ac:spMkLst>
        </pc:spChg>
        <pc:picChg chg="add del mod">
          <ac:chgData name="Naga Mahadeva" userId="2d3d2e38f9c357bf" providerId="LiveId" clId="{89A268DB-4518-41DC-B1E4-35446A2DC78F}" dt="2026-09-24T00:34:14.555" v="1029" actId="478"/>
          <ac:picMkLst>
            <pc:docMk/>
            <pc:sldMk cId="4290495646" sldId="2771"/>
            <ac:picMk id="3" creationId="{4F6769DB-1725-DD0B-CA16-22E910F44DC0}"/>
          </ac:picMkLst>
        </pc:picChg>
        <pc:picChg chg="add del mod">
          <ac:chgData name="Naga Mahadeva" userId="2d3d2e38f9c357bf" providerId="LiveId" clId="{89A268DB-4518-41DC-B1E4-35446A2DC78F}" dt="2026-09-23T23:22:08.063" v="975" actId="478"/>
          <ac:picMkLst>
            <pc:docMk/>
            <pc:sldMk cId="4290495646" sldId="2771"/>
            <ac:picMk id="3" creationId="{760FA3AD-C47C-B4F7-3C1B-9FABF2C27E3A}"/>
          </ac:picMkLst>
        </pc:picChg>
        <pc:picChg chg="add del mod">
          <ac:chgData name="Naga Mahadeva" userId="2d3d2e38f9c357bf" providerId="LiveId" clId="{89A268DB-4518-41DC-B1E4-35446A2DC78F}" dt="2026-09-23T03:54:20.514" v="729" actId="478"/>
          <ac:picMkLst>
            <pc:docMk/>
            <pc:sldMk cId="4290495646" sldId="2771"/>
            <ac:picMk id="3" creationId="{859CBB65-72A2-8A62-9CB3-506BB6D1492F}"/>
          </ac:picMkLst>
        </pc:picChg>
        <pc:picChg chg="add del mod">
          <ac:chgData name="Naga Mahadeva" userId="2d3d2e38f9c357bf" providerId="LiveId" clId="{89A268DB-4518-41DC-B1E4-35446A2DC78F}" dt="2026-09-24T00:33:15.192" v="1020" actId="478"/>
          <ac:picMkLst>
            <pc:docMk/>
            <pc:sldMk cId="4290495646" sldId="2771"/>
            <ac:picMk id="4" creationId="{A92A5FD7-9273-F142-FCA8-47A726150B04}"/>
          </ac:picMkLst>
        </pc:picChg>
        <pc:picChg chg="add del mod">
          <ac:chgData name="Naga Mahadeva" userId="2d3d2e38f9c357bf" providerId="LiveId" clId="{89A268DB-4518-41DC-B1E4-35446A2DC78F}" dt="2026-09-23T00:27:56.691" v="593" actId="478"/>
          <ac:picMkLst>
            <pc:docMk/>
            <pc:sldMk cId="4290495646" sldId="2771"/>
            <ac:picMk id="4" creationId="{B2FB750B-15E2-FA01-BEA3-EAE2EE095572}"/>
          </ac:picMkLst>
        </pc:picChg>
        <pc:picChg chg="add del mod">
          <ac:chgData name="Naga Mahadeva" userId="2d3d2e38f9c357bf" providerId="LiveId" clId="{89A268DB-4518-41DC-B1E4-35446A2DC78F}" dt="2026-09-23T22:38:06.797" v="871" actId="478"/>
          <ac:picMkLst>
            <pc:docMk/>
            <pc:sldMk cId="4290495646" sldId="2771"/>
            <ac:picMk id="4" creationId="{D0C7D75E-C074-7317-96B8-2ADE02F7F9A8}"/>
          </ac:picMkLst>
        </pc:picChg>
        <pc:picChg chg="add mod">
          <ac:chgData name="Naga Mahadeva" userId="2d3d2e38f9c357bf" providerId="LiveId" clId="{89A268DB-4518-41DC-B1E4-35446A2DC78F}" dt="2026-09-24T00:34:34.260" v="1032" actId="27614"/>
          <ac:picMkLst>
            <pc:docMk/>
            <pc:sldMk cId="4290495646" sldId="2771"/>
            <ac:picMk id="6" creationId="{B0585B60-B949-FB17-7B14-C7A1700E9F45}"/>
          </ac:picMkLst>
        </pc:picChg>
        <pc:picChg chg="add del mod">
          <ac:chgData name="Naga Mahadeva" userId="2d3d2e38f9c357bf" providerId="LiveId" clId="{89A268DB-4518-41DC-B1E4-35446A2DC78F}" dt="2026-09-23T23:22:06.353" v="974" actId="478"/>
          <ac:picMkLst>
            <pc:docMk/>
            <pc:sldMk cId="4290495646" sldId="2771"/>
            <ac:picMk id="6" creationId="{EF54079A-CDAE-B531-68B3-370B96DF18BF}"/>
          </ac:picMkLst>
        </pc:picChg>
        <pc:picChg chg="add del mod">
          <ac:chgData name="Naga Mahadeva" userId="2d3d2e38f9c357bf" providerId="LiveId" clId="{89A268DB-4518-41DC-B1E4-35446A2DC78F}" dt="2026-09-24T00:33:16.717" v="1021" actId="478"/>
          <ac:picMkLst>
            <pc:docMk/>
            <pc:sldMk cId="4290495646" sldId="2771"/>
            <ac:picMk id="8" creationId="{620FBF95-E07D-B1D6-9001-796FA343A0ED}"/>
          </ac:picMkLst>
        </pc:picChg>
        <pc:picChg chg="add del mod">
          <ac:chgData name="Naga Mahadeva" userId="2d3d2e38f9c357bf" providerId="LiveId" clId="{89A268DB-4518-41DC-B1E4-35446A2DC78F}" dt="2026-09-24T00:33:18.803" v="1022" actId="478"/>
          <ac:picMkLst>
            <pc:docMk/>
            <pc:sldMk cId="4290495646" sldId="2771"/>
            <ac:picMk id="10" creationId="{D9FF9941-DF67-E2BD-583D-9B9E55D0483D}"/>
          </ac:picMkLst>
        </pc:picChg>
        <pc:picChg chg="add mod">
          <ac:chgData name="Naga Mahadeva" userId="2d3d2e38f9c357bf" providerId="LiveId" clId="{89A268DB-4518-41DC-B1E4-35446A2DC78F}" dt="2026-09-24T00:34:56.399" v="1039" actId="1076"/>
          <ac:picMkLst>
            <pc:docMk/>
            <pc:sldMk cId="4290495646" sldId="2771"/>
            <ac:picMk id="11" creationId="{941602A3-9678-7A00-CE52-CECBD2A62B9C}"/>
          </ac:picMkLst>
        </pc:picChg>
      </pc:sldChg>
      <pc:sldChg chg="addSp delSp modSp del mod">
        <pc:chgData name="Naga Mahadeva" userId="2d3d2e38f9c357bf" providerId="LiveId" clId="{89A268DB-4518-41DC-B1E4-35446A2DC78F}" dt="2026-09-23T03:59:16.975" v="772" actId="47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09-23T00:32:02.851" v="631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09-23T00:32:42.654" v="634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09-23T00:33:17.937" v="637" actId="27614"/>
          <ac:picMkLst>
            <pc:docMk/>
            <pc:sldMk cId="673386160" sldId="2772"/>
            <ac:picMk id="3" creationId="{5C2A0863-AE0E-D236-3229-E2633D58C6A7}"/>
          </ac:picMkLst>
        </pc:picChg>
        <pc:picChg chg="add del mod">
          <ac:chgData name="Naga Mahadeva" userId="2d3d2e38f9c357bf" providerId="LiveId" clId="{89A268DB-4518-41DC-B1E4-35446A2DC78F}" dt="2026-09-23T00:32:37.456" v="633" actId="478"/>
          <ac:picMkLst>
            <pc:docMk/>
            <pc:sldMk cId="673386160" sldId="2772"/>
            <ac:picMk id="4" creationId="{E5A1DC70-6FFB-652C-5A48-BBC412D73DAA}"/>
          </ac:picMkLst>
        </pc:picChg>
      </pc:sldChg>
      <pc:sldChg chg="addSp delSp modSp del mod">
        <pc:chgData name="Naga Mahadeva" userId="2d3d2e38f9c357bf" providerId="LiveId" clId="{89A268DB-4518-41DC-B1E4-35446A2DC78F}" dt="2026-09-23T00:31:58.584" v="630" actId="47"/>
        <pc:sldMkLst>
          <pc:docMk/>
          <pc:sldMk cId="185974604" sldId="2773"/>
        </pc:sldMkLst>
      </pc:sldChg>
      <pc:sldChg chg="addSp delSp modSp del mod">
        <pc:chgData name="Naga Mahadeva" userId="2d3d2e38f9c357bf" providerId="LiveId" clId="{89A268DB-4518-41DC-B1E4-35446A2DC78F}" dt="2026-09-23T00:31:56.996" v="629" actId="47"/>
        <pc:sldMkLst>
          <pc:docMk/>
          <pc:sldMk cId="3324089155" sldId="2774"/>
        </pc:sldMkLst>
      </pc:sldChg>
      <pc:sldChg chg="addSp delSp modSp new del mod">
        <pc:chgData name="Naga Mahadeva" userId="2d3d2e38f9c357bf" providerId="LiveId" clId="{89A268DB-4518-41DC-B1E4-35446A2DC78F}" dt="2026-09-23T23:22:55.278" v="984" actId="47"/>
        <pc:sldMkLst>
          <pc:docMk/>
          <pc:sldMk cId="595931113" sldId="2775"/>
        </pc:sldMkLst>
        <pc:spChg chg="del">
          <ac:chgData name="Naga Mahadeva" userId="2d3d2e38f9c357bf" providerId="LiveId" clId="{89A268DB-4518-41DC-B1E4-35446A2DC78F}" dt="2026-09-23T00:29:02.629" v="603" actId="478"/>
          <ac:spMkLst>
            <pc:docMk/>
            <pc:sldMk cId="595931113" sldId="2775"/>
            <ac:spMk id="2" creationId="{CDFD8F3A-0370-B96D-FA17-4E829537B1BC}"/>
          </ac:spMkLst>
        </pc:spChg>
        <pc:spChg chg="del">
          <ac:chgData name="Naga Mahadeva" userId="2d3d2e38f9c357bf" providerId="LiveId" clId="{89A268DB-4518-41DC-B1E4-35446A2DC78F}" dt="2026-09-23T00:29:04.992" v="604" actId="478"/>
          <ac:spMkLst>
            <pc:docMk/>
            <pc:sldMk cId="595931113" sldId="2775"/>
            <ac:spMk id="3" creationId="{358876D6-9C24-6640-0236-C08BC342BE6F}"/>
          </ac:spMkLst>
        </pc:spChg>
        <pc:spChg chg="del">
          <ac:chgData name="Naga Mahadeva" userId="2d3d2e38f9c357bf" providerId="LiveId" clId="{89A268DB-4518-41DC-B1E4-35446A2DC78F}" dt="2026-09-23T00:29:12.136" v="606" actId="478"/>
          <ac:spMkLst>
            <pc:docMk/>
            <pc:sldMk cId="595931113" sldId="2775"/>
            <ac:spMk id="4" creationId="{1C33C2E1-4896-EFFC-18AD-46C5F6CC7E84}"/>
          </ac:spMkLst>
        </pc:spChg>
        <pc:spChg chg="del">
          <ac:chgData name="Naga Mahadeva" userId="2d3d2e38f9c357bf" providerId="LiveId" clId="{89A268DB-4518-41DC-B1E4-35446A2DC78F}" dt="2026-09-23T00:29:07.354" v="605" actId="478"/>
          <ac:spMkLst>
            <pc:docMk/>
            <pc:sldMk cId="595931113" sldId="2775"/>
            <ac:spMk id="5" creationId="{42B549C3-9293-01C0-5FC1-9F9E4934B2AA}"/>
          </ac:spMkLst>
        </pc:spChg>
        <pc:spChg chg="add mod">
          <ac:chgData name="Naga Mahadeva" userId="2d3d2e38f9c357bf" providerId="LiveId" clId="{89A268DB-4518-41DC-B1E4-35446A2DC78F}" dt="2026-09-23T22:39:30.422" v="885"/>
          <ac:spMkLst>
            <pc:docMk/>
            <pc:sldMk cId="595931113" sldId="2775"/>
            <ac:spMk id="7" creationId="{0B186C05-3FB4-704F-C79A-B2139868C050}"/>
          </ac:spMkLst>
        </pc:spChg>
        <pc:spChg chg="add del mod">
          <ac:chgData name="Naga Mahadeva" userId="2d3d2e38f9c357bf" providerId="LiveId" clId="{89A268DB-4518-41DC-B1E4-35446A2DC78F}" dt="2026-09-23T22:40:02.530" v="891" actId="478"/>
          <ac:spMkLst>
            <pc:docMk/>
            <pc:sldMk cId="595931113" sldId="2775"/>
            <ac:spMk id="8" creationId="{49FE7F1B-306D-6B26-B0C9-062DC815A797}"/>
          </ac:spMkLst>
        </pc:spChg>
        <pc:spChg chg="add del mod">
          <ac:chgData name="Naga Mahadeva" userId="2d3d2e38f9c357bf" providerId="LiveId" clId="{89A268DB-4518-41DC-B1E4-35446A2DC78F}" dt="2026-09-23T22:39:52.603" v="887" actId="478"/>
          <ac:spMkLst>
            <pc:docMk/>
            <pc:sldMk cId="595931113" sldId="2775"/>
            <ac:spMk id="9" creationId="{6AF4D90F-8DF6-4AEB-BD2B-55C42385D4E8}"/>
          </ac:spMkLst>
        </pc:spChg>
        <pc:spChg chg="add del mod">
          <ac:chgData name="Naga Mahadeva" userId="2d3d2e38f9c357bf" providerId="LiveId" clId="{89A268DB-4518-41DC-B1E4-35446A2DC78F}" dt="2026-09-23T22:39:55.650" v="888" actId="478"/>
          <ac:spMkLst>
            <pc:docMk/>
            <pc:sldMk cId="595931113" sldId="2775"/>
            <ac:spMk id="12" creationId="{7D8C40E4-788E-798B-1BAC-FFC4BA294927}"/>
          </ac:spMkLst>
        </pc:spChg>
        <pc:picChg chg="add del mod">
          <ac:chgData name="Naga Mahadeva" userId="2d3d2e38f9c357bf" providerId="LiveId" clId="{89A268DB-4518-41DC-B1E4-35446A2DC78F}" dt="2026-09-23T22:39:50.400" v="886" actId="478"/>
          <ac:picMkLst>
            <pc:docMk/>
            <pc:sldMk cId="595931113" sldId="2775"/>
            <ac:picMk id="3" creationId="{20F4074F-2505-EFE9-D61D-FE19AEE9F303}"/>
          </ac:picMkLst>
        </pc:picChg>
        <pc:picChg chg="add mod">
          <ac:chgData name="Naga Mahadeva" userId="2d3d2e38f9c357bf" providerId="LiveId" clId="{89A268DB-4518-41DC-B1E4-35446A2DC78F}" dt="2026-09-23T22:40:16.333" v="897" actId="27614"/>
          <ac:picMkLst>
            <pc:docMk/>
            <pc:sldMk cId="595931113" sldId="2775"/>
            <ac:picMk id="4" creationId="{83E17E3F-7748-6E93-39E1-E546B772E610}"/>
          </ac:picMkLst>
        </pc:picChg>
        <pc:picChg chg="add del mod">
          <ac:chgData name="Naga Mahadeva" userId="2d3d2e38f9c357bf" providerId="LiveId" clId="{89A268DB-4518-41DC-B1E4-35446A2DC78F}" dt="2026-09-23T22:39:57.403" v="889" actId="478"/>
          <ac:picMkLst>
            <pc:docMk/>
            <pc:sldMk cId="595931113" sldId="2775"/>
            <ac:picMk id="5" creationId="{2C8503DE-F8D6-A60E-F610-3949ED320BD1}"/>
          </ac:picMkLst>
        </pc:picChg>
        <pc:picChg chg="add mod">
          <ac:chgData name="Naga Mahadeva" userId="2d3d2e38f9c357bf" providerId="LiveId" clId="{89A268DB-4518-41DC-B1E4-35446A2DC78F}" dt="2026-09-23T22:40:55.744" v="904" actId="1076"/>
          <ac:picMkLst>
            <pc:docMk/>
            <pc:sldMk cId="595931113" sldId="2775"/>
            <ac:picMk id="11" creationId="{07336A0E-1B3F-DC0C-0897-F3D991F174AD}"/>
          </ac:picMkLst>
        </pc:picChg>
        <pc:picChg chg="add del mod">
          <ac:chgData name="Naga Mahadeva" userId="2d3d2e38f9c357bf" providerId="LiveId" clId="{89A268DB-4518-41DC-B1E4-35446A2DC78F}" dt="2026-09-23T03:57:12.604" v="753" actId="478"/>
          <ac:picMkLst>
            <pc:docMk/>
            <pc:sldMk cId="595931113" sldId="2775"/>
            <ac:picMk id="11" creationId="{CBF0CB58-892A-C4F9-18CC-275CA72EBBF8}"/>
          </ac:picMkLst>
        </pc:picChg>
        <pc:picChg chg="add del mod">
          <ac:chgData name="Naga Mahadeva" userId="2d3d2e38f9c357bf" providerId="LiveId" clId="{89A268DB-4518-41DC-B1E4-35446A2DC78F}" dt="2026-09-23T22:40:03.988" v="892" actId="478"/>
          <ac:picMkLst>
            <pc:docMk/>
            <pc:sldMk cId="595931113" sldId="2775"/>
            <ac:picMk id="13" creationId="{06B88FD1-E5BF-BB3A-01EC-22279FB3AB5A}"/>
          </ac:picMkLst>
        </pc:picChg>
        <pc:picChg chg="add mod">
          <ac:chgData name="Naga Mahadeva" userId="2d3d2e38f9c357bf" providerId="LiveId" clId="{89A268DB-4518-41DC-B1E4-35446A2DC78F}" dt="2026-09-23T22:41:23.296" v="907" actId="27614"/>
          <ac:picMkLst>
            <pc:docMk/>
            <pc:sldMk cId="595931113" sldId="2775"/>
            <ac:picMk id="15" creationId="{C68D0041-15B6-FC4C-F22D-ABE942FF59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260" y="1304014"/>
            <a:ext cx="10742212" cy="1470991"/>
          </a:xfrm>
        </p:spPr>
        <p:txBody>
          <a:bodyPr anchor="t">
            <a:noAutofit/>
          </a:bodyPr>
          <a:lstStyle/>
          <a:p>
            <a:pPr algn="ctr"/>
            <a:r>
              <a:rPr lang="en-IN" sz="6000" dirty="0"/>
              <a:t>REAL-WORLD APPLICATIONS OF STACK &amp; QUEUE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556714" y="4468653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044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REAL-WORLD APPLICATIONS OF STACK &amp; QUEUE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4ACD1-589F-9380-42FB-8BEE084651A5}"/>
              </a:ext>
            </a:extLst>
          </p:cNvPr>
          <p:cNvSpPr txBox="1"/>
          <p:nvPr/>
        </p:nvSpPr>
        <p:spPr>
          <a:xfrm>
            <a:off x="95416" y="644055"/>
            <a:ext cx="664316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Stack Applications</a:t>
            </a:r>
          </a:p>
          <a:p>
            <a:r>
              <a:rPr lang="en-IN" b="1" dirty="0"/>
              <a:t>1. Undo / Redo</a:t>
            </a:r>
            <a:endParaRPr lang="en-IN" dirty="0"/>
          </a:p>
          <a:p>
            <a:pPr lvl="0"/>
            <a:r>
              <a:rPr lang="en-IN" dirty="0"/>
              <a:t>Applications store recent actions in a stack. </a:t>
            </a:r>
          </a:p>
          <a:p>
            <a:pPr lvl="0"/>
            <a:r>
              <a:rPr lang="en-IN" dirty="0"/>
              <a:t>The most recent action is removed first when we use Undo. </a:t>
            </a:r>
          </a:p>
          <a:p>
            <a:pPr lvl="0"/>
            <a:r>
              <a:rPr lang="en-IN" dirty="0"/>
              <a:t>This follows </a:t>
            </a:r>
            <a:r>
              <a:rPr lang="en-IN" b="1" dirty="0"/>
              <a:t>LIFO — Last In, First Out</a:t>
            </a:r>
            <a:r>
              <a:rPr lang="en-IN" dirty="0"/>
              <a:t>. </a:t>
            </a:r>
          </a:p>
          <a:p>
            <a:r>
              <a:rPr lang="en-IN" b="1" dirty="0"/>
              <a:t>2. Browser Navigation</a:t>
            </a:r>
            <a:endParaRPr lang="en-IN" dirty="0"/>
          </a:p>
          <a:p>
            <a:pPr lvl="0"/>
            <a:r>
              <a:rPr lang="en-IN" dirty="0"/>
              <a:t>Recently visited pages can be tracked using stack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 most recently visited page can be returned to first. </a:t>
            </a:r>
          </a:p>
          <a:p>
            <a:r>
              <a:rPr lang="en-IN" b="1" dirty="0"/>
              <a:t>Queue Applications</a:t>
            </a:r>
          </a:p>
          <a:p>
            <a:r>
              <a:rPr lang="en-IN" b="1" dirty="0"/>
              <a:t>1. Print Queue</a:t>
            </a:r>
            <a:endParaRPr lang="en-IN" dirty="0"/>
          </a:p>
          <a:p>
            <a:pPr lvl="0"/>
            <a:r>
              <a:rPr lang="en-IN" dirty="0"/>
              <a:t>Documents wait for a printer in order. </a:t>
            </a:r>
          </a:p>
          <a:p>
            <a:pPr lvl="0"/>
            <a:r>
              <a:rPr lang="en-IN" dirty="0"/>
              <a:t>The first document submitted is normally printed first. </a:t>
            </a:r>
          </a:p>
          <a:p>
            <a:pPr lvl="0"/>
            <a:r>
              <a:rPr lang="en-IN" dirty="0"/>
              <a:t>This follows </a:t>
            </a:r>
            <a:r>
              <a:rPr lang="en-IN" b="1" dirty="0"/>
              <a:t>FIFO — First In, First Out</a:t>
            </a:r>
            <a:r>
              <a:rPr lang="en-IN" dirty="0"/>
              <a:t>. </a:t>
            </a:r>
          </a:p>
          <a:p>
            <a:r>
              <a:rPr lang="en-IN" b="1" dirty="0"/>
              <a:t>2. Customer Service</a:t>
            </a:r>
            <a:endParaRPr lang="en-IN" dirty="0"/>
          </a:p>
          <a:p>
            <a:pPr lvl="0"/>
            <a:r>
              <a:rPr lang="en-IN" dirty="0"/>
              <a:t>Customers can be served in the order they arrive. </a:t>
            </a:r>
          </a:p>
          <a:p>
            <a:pPr lvl="0"/>
            <a:r>
              <a:rPr lang="en-IN" dirty="0"/>
              <a:t>The first customer waiting is handled first.</a:t>
            </a:r>
          </a:p>
          <a:p>
            <a:endParaRPr lang="en-IN" dirty="0"/>
          </a:p>
        </p:txBody>
      </p:sp>
      <p:pic>
        <p:nvPicPr>
          <p:cNvPr id="5" name="Picture 4" descr="The image displays two key data structures, a stack and a queue, with their respective handling methods, where stacks use Last In, First Out (LIFO), and queues use First In, First Out (FIFO).&#10;&#10;AI-generated content may be incorrect.">
            <a:extLst>
              <a:ext uri="{FF2B5EF4-FFF2-40B4-BE49-F238E27FC236}">
                <a16:creationId xmlns:a16="http://schemas.microsoft.com/office/drawing/2014/main" id="{26C65996-CE31-E5E1-B070-A2904FDC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6" y="5249302"/>
            <a:ext cx="4782217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TREE &amp; BST APPLICATIONS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55A5C-A0F3-B042-3801-3F14C94D5434}"/>
              </a:ext>
            </a:extLst>
          </p:cNvPr>
          <p:cNvSpPr txBox="1"/>
          <p:nvPr/>
        </p:nvSpPr>
        <p:spPr>
          <a:xfrm>
            <a:off x="0" y="811034"/>
            <a:ext cx="698460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Tree Applications</a:t>
            </a:r>
          </a:p>
          <a:p>
            <a:r>
              <a:rPr lang="en-IN" b="1" dirty="0"/>
              <a:t>1. File Systems</a:t>
            </a:r>
            <a:endParaRPr lang="en-IN" dirty="0"/>
          </a:p>
          <a:p>
            <a:pPr lvl="0"/>
            <a:r>
              <a:rPr lang="en-IN" dirty="0"/>
              <a:t>Folders can contain subfolders. </a:t>
            </a:r>
          </a:p>
          <a:p>
            <a:pPr lvl="0"/>
            <a:r>
              <a:rPr lang="en-IN" dirty="0"/>
              <a:t>Subfolders can contain more folders and files. </a:t>
            </a:r>
          </a:p>
          <a:p>
            <a:pPr lvl="0"/>
            <a:r>
              <a:rPr lang="en-IN" dirty="0"/>
              <a:t>A tree naturally represents this hierarchy. </a:t>
            </a:r>
          </a:p>
          <a:p>
            <a:r>
              <a:rPr lang="en-IN" b="1" dirty="0"/>
              <a:t>2. Organizational Hierarchies</a:t>
            </a:r>
            <a:endParaRPr lang="en-IN" dirty="0"/>
          </a:p>
          <a:p>
            <a:pPr lvl="0"/>
            <a:r>
              <a:rPr lang="en-IN" dirty="0"/>
              <a:t>A company can be represented with managers and employees. </a:t>
            </a:r>
          </a:p>
          <a:p>
            <a:pPr lvl="0"/>
            <a:r>
              <a:rPr lang="en-IN" dirty="0"/>
              <a:t>One manager can have multiple employees below them. </a:t>
            </a:r>
          </a:p>
          <a:p>
            <a:r>
              <a:rPr lang="en-IN" b="1" dirty="0"/>
              <a:t>3. HTML/XML Structure</a:t>
            </a:r>
            <a:endParaRPr lang="en-IN" dirty="0"/>
          </a:p>
          <a:p>
            <a:pPr lvl="0"/>
            <a:r>
              <a:rPr lang="en-IN" dirty="0"/>
              <a:t>Web pages and XML documents have nested elements. </a:t>
            </a:r>
          </a:p>
          <a:p>
            <a:pPr lvl="0"/>
            <a:r>
              <a:rPr lang="en-IN" dirty="0"/>
              <a:t>Parent and child relationships naturally form a tree. </a:t>
            </a:r>
          </a:p>
          <a:p>
            <a:r>
              <a:rPr lang="en-IN" b="1" dirty="0"/>
              <a:t>BST Applications</a:t>
            </a:r>
          </a:p>
          <a:p>
            <a:r>
              <a:rPr lang="en-IN" b="1" dirty="0"/>
              <a:t>1. Searching Ordered Information</a:t>
            </a:r>
            <a:endParaRPr lang="en-IN" dirty="0"/>
          </a:p>
          <a:p>
            <a:pPr lvl="0"/>
            <a:r>
              <a:rPr lang="en-IN" dirty="0"/>
              <a:t>A BST organizes values using the left-smaller/right-larger rule. </a:t>
            </a:r>
          </a:p>
          <a:p>
            <a:pPr lvl="0"/>
            <a:r>
              <a:rPr lang="en-IN" dirty="0"/>
              <a:t>This structure can support searching through ordered data. </a:t>
            </a:r>
          </a:p>
          <a:p>
            <a:r>
              <a:rPr lang="en-IN" b="1" dirty="0"/>
              <a:t>2. Maintaining Sorted Data</a:t>
            </a:r>
            <a:endParaRPr lang="en-IN" dirty="0"/>
          </a:p>
          <a:p>
            <a:pPr lvl="0"/>
            <a:r>
              <a:rPr lang="en-IN" dirty="0"/>
              <a:t>Values are organized according to their relationships. </a:t>
            </a:r>
          </a:p>
          <a:p>
            <a:pPr lvl="0"/>
            <a:r>
              <a:rPr lang="en-IN" dirty="0" err="1"/>
              <a:t>Inorder</a:t>
            </a:r>
            <a:r>
              <a:rPr lang="en-IN" dirty="0"/>
              <a:t> traversal produces the values in sorted order. </a:t>
            </a:r>
          </a:p>
          <a:p>
            <a:r>
              <a:rPr lang="en-IN" b="1" dirty="0"/>
              <a:t>Main Difference</a:t>
            </a:r>
          </a:p>
          <a:p>
            <a:endParaRPr lang="en-IN" dirty="0"/>
          </a:p>
        </p:txBody>
      </p:sp>
      <p:pic>
        <p:nvPicPr>
          <p:cNvPr id="5" name="Picture 4" descr="The image depicts a tree structure with a hierarchy, a Binary Search Tree (BST), and an ordering rule.&#10;&#10;AI-generated content may be incorrect.">
            <a:extLst>
              <a:ext uri="{FF2B5EF4-FFF2-40B4-BE49-F238E27FC236}">
                <a16:creationId xmlns:a16="http://schemas.microsoft.com/office/drawing/2014/main" id="{42416CB9-8BCA-E07D-9A13-CB190D69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982" y="4823272"/>
            <a:ext cx="22863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52"/>
            <a:ext cx="12192000" cy="5974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FILE SYSTEM AS A TREE</a:t>
            </a:r>
          </a:p>
        </p:txBody>
      </p:sp>
      <p:pic>
        <p:nvPicPr>
          <p:cNvPr id="3" name="Picture 2" descr="The image illustrates a hierarchical file system structure, showing folders containing documents, pictures, and programs, and further categorizing them into subfolders like 'Report', 'Notes', and 'Photos'.&#10;&#10;AI-generated content may be incorrect.">
            <a:extLst>
              <a:ext uri="{FF2B5EF4-FFF2-40B4-BE49-F238E27FC236}">
                <a16:creationId xmlns:a16="http://schemas.microsoft.com/office/drawing/2014/main" id="{4813ADC7-7E6F-210E-9F0F-35AFEE51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601"/>
            <a:ext cx="3620005" cy="5534797"/>
          </a:xfrm>
          <a:prstGeom prst="rect">
            <a:avLst/>
          </a:prstGeom>
        </p:spPr>
      </p:pic>
      <p:pic>
        <p:nvPicPr>
          <p:cNvPr id="6" name="Picture 5" descr="The image illustrates a file system's hierarchical tree structure, showing folders containing files, subfolders, and highlighting the distinction between this and a binary search tree.&#10;&#10;AI-generated content may be incorrect.">
            <a:extLst>
              <a:ext uri="{FF2B5EF4-FFF2-40B4-BE49-F238E27FC236}">
                <a16:creationId xmlns:a16="http://schemas.microsoft.com/office/drawing/2014/main" id="{B805D408-22C3-E236-2ADF-CB6BDA844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118" y="847174"/>
            <a:ext cx="6935168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94735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CONNECTING THE DATA STRUCTURES TO REAL LIFE</a:t>
            </a:r>
          </a:p>
        </p:txBody>
      </p:sp>
      <p:pic>
        <p:nvPicPr>
          <p:cNvPr id="6" name="Picture 5" descr="The image illustrates a comparison of various data structures: Stack (Last In, First Out), Queue (First In, First Out), and Tree (Binary Search Tree), each with their unique properties and examples.&#10;&#10;AI-generated content may be incorrect.">
            <a:extLst>
              <a:ext uri="{FF2B5EF4-FFF2-40B4-BE49-F238E27FC236}">
                <a16:creationId xmlns:a16="http://schemas.microsoft.com/office/drawing/2014/main" id="{B0585B60-B949-FB17-7B14-C7A1700E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61" y="1268302"/>
            <a:ext cx="7049484" cy="2572109"/>
          </a:xfrm>
          <a:prstGeom prst="rect">
            <a:avLst/>
          </a:prstGeom>
        </p:spPr>
      </p:pic>
      <p:pic>
        <p:nvPicPr>
          <p:cNvPr id="11" name="Picture 10" descr="The image illustrates various data structures: a stack with stack operations, a queue with queue operations, a tree with a hierarchy of folders, subfolders, and files, and a binary search tree with a comparison logic for numbers.&#10;&#10;AI-generated content may be incorrect.">
            <a:extLst>
              <a:ext uri="{FF2B5EF4-FFF2-40B4-BE49-F238E27FC236}">
                <a16:creationId xmlns:a16="http://schemas.microsoft.com/office/drawing/2014/main" id="{941602A3-9678-7A00-CE52-CECBD2A62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587" y="1184744"/>
            <a:ext cx="2943636" cy="567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529</TotalTime>
  <Words>281</Words>
  <Application>Microsoft Office PowerPoint</Application>
  <PresentationFormat>Widescreen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Haas Grotesk Text Pro</vt:lpstr>
      <vt:lpstr>OasisVTI</vt:lpstr>
      <vt:lpstr>PowerPoint Presentation</vt:lpstr>
      <vt:lpstr>REAL-WORLD APPLICATIONS OF STACK &amp; QUEUE</vt:lpstr>
      <vt:lpstr>TREE &amp; BST APPLICATIONS</vt:lpstr>
      <vt:lpstr>FILE SYSTEM AS A TREE</vt:lpstr>
      <vt:lpstr>CONNECTING THE DATA STRUCTURES TO REAL LIFE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2026-09-24T00:34:58Z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