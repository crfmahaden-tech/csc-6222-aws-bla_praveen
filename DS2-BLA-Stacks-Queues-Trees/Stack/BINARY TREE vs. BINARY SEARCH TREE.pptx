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1"/>
  </p:notesMasterIdLst>
  <p:sldIdLst>
    <p:sldId id="2767" r:id="rId5"/>
    <p:sldId id="2768" r:id="rId6"/>
    <p:sldId id="2769" r:id="rId7"/>
    <p:sldId id="2770" r:id="rId8"/>
    <p:sldId id="2771" r:id="rId9"/>
    <p:sldId id="27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6425F-1B90-4E77-9F8C-736CED1FE59D}" v="11" dt="2026-09-23T22:39:30.423"/>
    <p1510:client id="{20AB0404-C324-442B-82A1-CA115304B6DD}" v="25" dt="2026-09-23T00:32:42.654"/>
    <p1510:client id="{50C237C2-48F3-4DD9-A57D-40DBAA151FC4}" v="22" dt="2026-09-23T03:58:49.7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5"/>
  </p:normalViewPr>
  <p:slideViewPr>
    <p:cSldViewPr snapToGrid="0">
      <p:cViewPr>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redo custSel addSld delSld modSld">
      <pc:chgData name="Naga Mahadeva" userId="2d3d2e38f9c357bf" providerId="LiveId" clId="{89A268DB-4518-41DC-B1E4-35446A2DC78F}" dt="2026-09-23T22:41:23.296" v="907" actId="27614"/>
      <pc:docMkLst>
        <pc:docMk/>
      </pc:docMkLst>
      <pc:sldChg chg="addSp modSp mod">
        <pc:chgData name="Naga Mahadeva" userId="2d3d2e38f9c357bf" providerId="LiveId" clId="{89A268DB-4518-41DC-B1E4-35446A2DC78F}" dt="2026-09-23T21:22:57.044" v="787" actId="1076"/>
        <pc:sldMkLst>
          <pc:docMk/>
          <pc:sldMk cId="4182614578" sldId="2767"/>
        </pc:sldMkLst>
        <pc:spChg chg="mod">
          <ac:chgData name="Naga Mahadeva" userId="2d3d2e38f9c357bf" providerId="LiveId" clId="{89A268DB-4518-41DC-B1E4-35446A2DC78F}" dt="2026-09-23T21:22:43.164" v="773"/>
          <ac:spMkLst>
            <pc:docMk/>
            <pc:sldMk cId="4182614578" sldId="2767"/>
            <ac:spMk id="3" creationId="{7604D864-A6BD-C75F-9B88-BAB58775ABDD}"/>
          </ac:spMkLst>
        </pc:spChg>
        <pc:spChg chg="mod">
          <ac:chgData name="Naga Mahadeva" userId="2d3d2e38f9c357bf" providerId="LiveId" clId="{89A268DB-4518-41DC-B1E4-35446A2DC78F}" dt="2026-09-23T21:22:57.044" v="787" actId="1076"/>
          <ac:spMkLst>
            <pc:docMk/>
            <pc:sldMk cId="4182614578" sldId="2767"/>
            <ac:spMk id="7" creationId="{396580F1-5F2C-1782-40E0-83E80CDC0535}"/>
          </ac:spMkLst>
        </pc:spChg>
      </pc:sldChg>
      <pc:sldChg chg="addSp delSp modSp mod">
        <pc:chgData name="Naga Mahadeva" userId="2d3d2e38f9c357bf" providerId="LiveId" clId="{89A268DB-4518-41DC-B1E4-35446A2DC78F}" dt="2026-09-23T21:25:28.467" v="809" actId="207"/>
        <pc:sldMkLst>
          <pc:docMk/>
          <pc:sldMk cId="2523674139" sldId="2768"/>
        </pc:sldMkLst>
        <pc:spChg chg="add del mod">
          <ac:chgData name="Naga Mahadeva" userId="2d3d2e38f9c357bf" providerId="LiveId" clId="{89A268DB-4518-41DC-B1E4-35446A2DC78F}" dt="2026-09-23T21:24:32.882" v="799" actId="478"/>
          <ac:spMkLst>
            <pc:docMk/>
            <pc:sldMk cId="2523674139" sldId="2768"/>
            <ac:spMk id="2" creationId="{D6CBD175-0D1A-20B5-0536-A0071865B60A}"/>
          </ac:spMkLst>
        </pc:spChg>
        <pc:spChg chg="add mod">
          <ac:chgData name="Naga Mahadeva" userId="2d3d2e38f9c357bf" providerId="LiveId" clId="{89A268DB-4518-41DC-B1E4-35446A2DC78F}" dt="2026-09-23T21:25:28.467" v="809" actId="207"/>
          <ac:spMkLst>
            <pc:docMk/>
            <pc:sldMk cId="2523674139" sldId="2768"/>
            <ac:spMk id="6" creationId="{605007A0-EFDA-C705-DEB9-ED10B4A867DD}"/>
          </ac:spMkLst>
        </pc:spChg>
        <pc:spChg chg="mod">
          <ac:chgData name="Naga Mahadeva" userId="2d3d2e38f9c357bf" providerId="LiveId" clId="{89A268DB-4518-41DC-B1E4-35446A2DC78F}" dt="2026-09-23T01:11:49.830" v="656"/>
          <ac:spMkLst>
            <pc:docMk/>
            <pc:sldMk cId="2523674139" sldId="2768"/>
            <ac:spMk id="7" creationId="{28F859CA-7C72-396B-A011-01E1A52FC6AE}"/>
          </ac:spMkLst>
        </pc:spChg>
        <pc:spChg chg="mod">
          <ac:chgData name="Naga Mahadeva" userId="2d3d2e38f9c357bf" providerId="LiveId" clId="{89A268DB-4518-41DC-B1E4-35446A2DC78F}" dt="2026-09-23T21:24:03.818" v="798" actId="1076"/>
          <ac:spMkLst>
            <pc:docMk/>
            <pc:sldMk cId="2523674139" sldId="2768"/>
            <ac:spMk id="9" creationId="{40ADE7B3-947E-7624-EAA2-7BD216246076}"/>
          </ac:spMkLst>
        </pc:spChg>
        <pc:picChg chg="add del mod">
          <ac:chgData name="Naga Mahadeva" userId="2d3d2e38f9c357bf" providerId="LiveId" clId="{89A268DB-4518-41DC-B1E4-35446A2DC78F}" dt="2026-09-23T21:24:36.702" v="801" actId="478"/>
          <ac:picMkLst>
            <pc:docMk/>
            <pc:sldMk cId="2523674139" sldId="2768"/>
            <ac:picMk id="4" creationId="{3FD0DC45-52BC-0D8B-FF27-4C6E68E97962}"/>
          </ac:picMkLst>
        </pc:picChg>
        <pc:picChg chg="add del mod">
          <ac:chgData name="Naga Mahadeva" userId="2d3d2e38f9c357bf" providerId="LiveId" clId="{89A268DB-4518-41DC-B1E4-35446A2DC78F}" dt="2026-09-23T00:19:42.192" v="370" actId="478"/>
          <ac:picMkLst>
            <pc:docMk/>
            <pc:sldMk cId="2523674139" sldId="2768"/>
            <ac:picMk id="4" creationId="{515B3686-FAF4-CDCB-74B0-2D903B7B3852}"/>
          </ac:picMkLst>
        </pc:picChg>
        <pc:picChg chg="add mod">
          <ac:chgData name="Naga Mahadeva" userId="2d3d2e38f9c357bf" providerId="LiveId" clId="{89A268DB-4518-41DC-B1E4-35446A2DC78F}" dt="2026-09-23T21:24:44.572" v="803" actId="27614"/>
          <ac:picMkLst>
            <pc:docMk/>
            <pc:sldMk cId="2523674139" sldId="2768"/>
            <ac:picMk id="5" creationId="{E5450E7C-E561-43C7-167D-37C1050F870E}"/>
          </ac:picMkLst>
        </pc:picChg>
      </pc:sldChg>
      <pc:sldChg chg="addSp delSp modSp mod">
        <pc:chgData name="Naga Mahadeva" userId="2d3d2e38f9c357bf" providerId="LiveId" clId="{89A268DB-4518-41DC-B1E4-35446A2DC78F}" dt="2026-09-23T21:27:08.207" v="825" actId="14100"/>
        <pc:sldMkLst>
          <pc:docMk/>
          <pc:sldMk cId="501066885" sldId="2769"/>
        </pc:sldMkLst>
        <pc:spChg chg="add del mod">
          <ac:chgData name="Naga Mahadeva" userId="2d3d2e38f9c357bf" providerId="LiveId" clId="{89A268DB-4518-41DC-B1E4-35446A2DC78F}" dt="2026-09-23T00:24:17.944" v="488"/>
          <ac:spMkLst>
            <pc:docMk/>
            <pc:sldMk cId="501066885" sldId="2769"/>
            <ac:spMk id="2" creationId="{3B918290-24C2-C3F4-C0E1-AFEF78A3309D}"/>
          </ac:spMkLst>
        </pc:spChg>
        <pc:spChg chg="add del mod">
          <ac:chgData name="Naga Mahadeva" userId="2d3d2e38f9c357bf" providerId="LiveId" clId="{89A268DB-4518-41DC-B1E4-35446A2DC78F}" dt="2026-09-23T00:24:22.246" v="490" actId="478"/>
          <ac:spMkLst>
            <pc:docMk/>
            <pc:sldMk cId="501066885" sldId="2769"/>
            <ac:spMk id="3" creationId="{AC41EA17-B4A3-22AB-F782-C026E7766745}"/>
          </ac:spMkLst>
        </pc:spChg>
        <pc:spChg chg="mod">
          <ac:chgData name="Naga Mahadeva" userId="2d3d2e38f9c357bf" providerId="LiveId" clId="{89A268DB-4518-41DC-B1E4-35446A2DC78F}" dt="2026-09-23T21:26:34.783" v="817" actId="14100"/>
          <ac:spMkLst>
            <pc:docMk/>
            <pc:sldMk cId="501066885" sldId="2769"/>
            <ac:spMk id="7" creationId="{C78C6B7F-085C-9294-EFAC-03451D3A03E5}"/>
          </ac:spMkLst>
        </pc:spChg>
        <pc:spChg chg="mod">
          <ac:chgData name="Naga Mahadeva" userId="2d3d2e38f9c357bf" providerId="LiveId" clId="{89A268DB-4518-41DC-B1E4-35446A2DC78F}" dt="2026-09-23T21:25:48.429" v="810"/>
          <ac:spMkLst>
            <pc:docMk/>
            <pc:sldMk cId="501066885" sldId="2769"/>
            <ac:spMk id="9" creationId="{D9CB54BA-DE5C-EB6E-FBFE-20BF50F8B8CA}"/>
          </ac:spMkLst>
        </pc:spChg>
        <pc:picChg chg="add del mod">
          <ac:chgData name="Naga Mahadeva" userId="2d3d2e38f9c357bf" providerId="LiveId" clId="{89A268DB-4518-41DC-B1E4-35446A2DC78F}" dt="2026-09-23T21:26:08.784" v="811" actId="478"/>
          <ac:picMkLst>
            <pc:docMk/>
            <pc:sldMk cId="501066885" sldId="2769"/>
            <ac:picMk id="3" creationId="{7E0A04F9-828F-18FD-017B-4F14FF837D95}"/>
          </ac:picMkLst>
        </pc:picChg>
        <pc:picChg chg="add mod">
          <ac:chgData name="Naga Mahadeva" userId="2d3d2e38f9c357bf" providerId="LiveId" clId="{89A268DB-4518-41DC-B1E4-35446A2DC78F}" dt="2026-09-23T21:27:08.207" v="825" actId="14100"/>
          <ac:picMkLst>
            <pc:docMk/>
            <pc:sldMk cId="501066885" sldId="2769"/>
            <ac:picMk id="4" creationId="{81BE218F-E386-17BA-4D2C-37E71AFBD177}"/>
          </ac:picMkLst>
        </pc:picChg>
        <pc:picChg chg="add del mod">
          <ac:chgData name="Naga Mahadeva" userId="2d3d2e38f9c357bf" providerId="LiveId" clId="{89A268DB-4518-41DC-B1E4-35446A2DC78F}" dt="2026-09-23T00:22:58.399" v="477" actId="478"/>
          <ac:picMkLst>
            <pc:docMk/>
            <pc:sldMk cId="501066885" sldId="2769"/>
            <ac:picMk id="4" creationId="{8B9A0917-8F82-C0BD-EB0C-AEAAFE1AF97C}"/>
          </ac:picMkLst>
        </pc:picChg>
        <pc:picChg chg="add del mod">
          <ac:chgData name="Naga Mahadeva" userId="2d3d2e38f9c357bf" providerId="LiveId" clId="{89A268DB-4518-41DC-B1E4-35446A2DC78F}" dt="2026-09-23T01:13:33.187" v="688" actId="478"/>
          <ac:picMkLst>
            <pc:docMk/>
            <pc:sldMk cId="501066885" sldId="2769"/>
            <ac:picMk id="6" creationId="{781DA281-46AA-7BBF-9BDF-54805A6B7711}"/>
          </ac:picMkLst>
        </pc:picChg>
      </pc:sldChg>
      <pc:sldChg chg="addSp delSp modSp mod">
        <pc:chgData name="Naga Mahadeva" userId="2d3d2e38f9c357bf" providerId="LiveId" clId="{89A268DB-4518-41DC-B1E4-35446A2DC78F}" dt="2026-09-23T21:30:39.273" v="870" actId="1076"/>
        <pc:sldMkLst>
          <pc:docMk/>
          <pc:sldMk cId="1992267581" sldId="2770"/>
        </pc:sldMkLst>
        <pc:spChg chg="mod">
          <ac:chgData name="Naga Mahadeva" userId="2d3d2e38f9c357bf" providerId="LiveId" clId="{89A268DB-4518-41DC-B1E4-35446A2DC78F}" dt="2026-09-23T21:28:26.035" v="839" actId="20577"/>
          <ac:spMkLst>
            <pc:docMk/>
            <pc:sldMk cId="1992267581" sldId="2770"/>
            <ac:spMk id="7" creationId="{AB72A493-14A7-8A96-4441-F4832FBFAAE1}"/>
          </ac:spMkLst>
        </pc:spChg>
        <pc:spChg chg="mod">
          <ac:chgData name="Naga Mahadeva" userId="2d3d2e38f9c357bf" providerId="LiveId" clId="{89A268DB-4518-41DC-B1E4-35446A2DC78F}" dt="2026-09-23T21:27:26.566" v="826"/>
          <ac:spMkLst>
            <pc:docMk/>
            <pc:sldMk cId="1992267581" sldId="2770"/>
            <ac:spMk id="9" creationId="{75925430-0878-B328-D60C-3C46E3A35A8E}"/>
          </ac:spMkLst>
        </pc:spChg>
        <pc:spChg chg="add del mod">
          <ac:chgData name="Naga Mahadeva" userId="2d3d2e38f9c357bf" providerId="LiveId" clId="{89A268DB-4518-41DC-B1E4-35446A2DC78F}" dt="2026-09-23T21:29:44.557" v="853" actId="478"/>
          <ac:spMkLst>
            <pc:docMk/>
            <pc:sldMk cId="1992267581" sldId="2770"/>
            <ac:spMk id="13" creationId="{6048ACBB-DA7C-1020-5E50-E75292990167}"/>
          </ac:spMkLst>
        </pc:spChg>
        <pc:picChg chg="add del mod">
          <ac:chgData name="Naga Mahadeva" userId="2d3d2e38f9c357bf" providerId="LiveId" clId="{89A268DB-4518-41DC-B1E4-35446A2DC78F}" dt="2026-09-23T03:51:56.441" v="704" actId="478"/>
          <ac:picMkLst>
            <pc:docMk/>
            <pc:sldMk cId="1992267581" sldId="2770"/>
            <ac:picMk id="3" creationId="{8C55EDD8-2BBE-F536-BACB-E4BBC5DF3521}"/>
          </ac:picMkLst>
        </pc:picChg>
        <pc:picChg chg="add mod">
          <ac:chgData name="Naga Mahadeva" userId="2d3d2e38f9c357bf" providerId="LiveId" clId="{89A268DB-4518-41DC-B1E4-35446A2DC78F}" dt="2026-09-23T21:28:10.581" v="835" actId="962"/>
          <ac:picMkLst>
            <pc:docMk/>
            <pc:sldMk cId="1992267581" sldId="2770"/>
            <ac:picMk id="3" creationId="{A399494E-4415-1E89-A38B-F2AA22366A82}"/>
          </ac:picMkLst>
        </pc:picChg>
        <pc:picChg chg="add del mod">
          <ac:chgData name="Naga Mahadeva" userId="2d3d2e38f9c357bf" providerId="LiveId" clId="{89A268DB-4518-41DC-B1E4-35446A2DC78F}" dt="2026-09-23T00:24:49.197" v="499" actId="478"/>
          <ac:picMkLst>
            <pc:docMk/>
            <pc:sldMk cId="1992267581" sldId="2770"/>
            <ac:picMk id="4" creationId="{7C3B9D37-9060-5D49-A233-1A5683C84CEB}"/>
          </ac:picMkLst>
        </pc:picChg>
        <pc:picChg chg="add del mod">
          <ac:chgData name="Naga Mahadeva" userId="2d3d2e38f9c357bf" providerId="LiveId" clId="{89A268DB-4518-41DC-B1E4-35446A2DC78F}" dt="2026-09-23T21:27:38.798" v="828" actId="478"/>
          <ac:picMkLst>
            <pc:docMk/>
            <pc:sldMk cId="1992267581" sldId="2770"/>
            <ac:picMk id="4" creationId="{9CD89E0D-CD89-3177-4FA9-81368542BFF7}"/>
          </ac:picMkLst>
        </pc:picChg>
        <pc:picChg chg="add mod">
          <ac:chgData name="Naga Mahadeva" userId="2d3d2e38f9c357bf" providerId="LiveId" clId="{89A268DB-4518-41DC-B1E4-35446A2DC78F}" dt="2026-09-23T21:28:32.776" v="842" actId="27614"/>
          <ac:picMkLst>
            <pc:docMk/>
            <pc:sldMk cId="1992267581" sldId="2770"/>
            <ac:picMk id="6" creationId="{173B026E-617F-28FD-3C96-BE23CE567E1A}"/>
          </ac:picMkLst>
        </pc:picChg>
        <pc:picChg chg="add del mod">
          <ac:chgData name="Naga Mahadeva" userId="2d3d2e38f9c357bf" providerId="LiveId" clId="{89A268DB-4518-41DC-B1E4-35446A2DC78F}" dt="2026-09-23T03:51:58.243" v="705" actId="478"/>
          <ac:picMkLst>
            <pc:docMk/>
            <pc:sldMk cId="1992267581" sldId="2770"/>
            <ac:picMk id="6" creationId="{E5CFC7B9-268C-0008-5C56-57E26DF8A815}"/>
          </ac:picMkLst>
        </pc:picChg>
        <pc:picChg chg="add del mod">
          <ac:chgData name="Naga Mahadeva" userId="2d3d2e38f9c357bf" providerId="LiveId" clId="{89A268DB-4518-41DC-B1E4-35446A2DC78F}" dt="2026-09-23T21:27:41.379" v="829" actId="478"/>
          <ac:picMkLst>
            <pc:docMk/>
            <pc:sldMk cId="1992267581" sldId="2770"/>
            <ac:picMk id="8" creationId="{DE07FBED-D387-8153-0FD9-814B395F556D}"/>
          </ac:picMkLst>
        </pc:picChg>
        <pc:picChg chg="add del mod">
          <ac:chgData name="Naga Mahadeva" userId="2d3d2e38f9c357bf" providerId="LiveId" clId="{89A268DB-4518-41DC-B1E4-35446A2DC78F}" dt="2026-09-23T03:51:15.278" v="694" actId="478"/>
          <ac:picMkLst>
            <pc:docMk/>
            <pc:sldMk cId="1992267581" sldId="2770"/>
            <ac:picMk id="10" creationId="{D0D99558-B415-3990-6B96-BE5995815F16}"/>
          </ac:picMkLst>
        </pc:picChg>
        <pc:picChg chg="add mod">
          <ac:chgData name="Naga Mahadeva" userId="2d3d2e38f9c357bf" providerId="LiveId" clId="{89A268DB-4518-41DC-B1E4-35446A2DC78F}" dt="2026-09-23T21:29:08.590" v="851" actId="14100"/>
          <ac:picMkLst>
            <pc:docMk/>
            <pc:sldMk cId="1992267581" sldId="2770"/>
            <ac:picMk id="11" creationId="{F97A5DDC-FC30-6F80-1AFC-E4032475B553}"/>
          </ac:picMkLst>
        </pc:picChg>
        <pc:picChg chg="add del mod">
          <ac:chgData name="Naga Mahadeva" userId="2d3d2e38f9c357bf" providerId="LiveId" clId="{89A268DB-4518-41DC-B1E4-35446A2DC78F}" dt="2026-09-23T21:27:43.347" v="830" actId="478"/>
          <ac:picMkLst>
            <pc:docMk/>
            <pc:sldMk cId="1992267581" sldId="2770"/>
            <ac:picMk id="12" creationId="{59DF3328-3ED3-354D-E4F2-DE101C7FF23D}"/>
          </ac:picMkLst>
        </pc:picChg>
        <pc:picChg chg="add mod">
          <ac:chgData name="Naga Mahadeva" userId="2d3d2e38f9c357bf" providerId="LiveId" clId="{89A268DB-4518-41DC-B1E4-35446A2DC78F}" dt="2026-09-23T21:30:21.201" v="865" actId="1076"/>
          <ac:picMkLst>
            <pc:docMk/>
            <pc:sldMk cId="1992267581" sldId="2770"/>
            <ac:picMk id="15" creationId="{83665AAD-DBFE-8424-8E3F-829ECC780104}"/>
          </ac:picMkLst>
        </pc:picChg>
        <pc:picChg chg="add mod">
          <ac:chgData name="Naga Mahadeva" userId="2d3d2e38f9c357bf" providerId="LiveId" clId="{89A268DB-4518-41DC-B1E4-35446A2DC78F}" dt="2026-09-23T21:30:39.273" v="870" actId="1076"/>
          <ac:picMkLst>
            <pc:docMk/>
            <pc:sldMk cId="1992267581" sldId="2770"/>
            <ac:picMk id="17" creationId="{0C8A0848-AFE4-6D4E-AA5A-4EED01FB6CB0}"/>
          </ac:picMkLst>
        </pc:picChg>
      </pc:sldChg>
      <pc:sldChg chg="addSp delSp modSp mod">
        <pc:chgData name="Naga Mahadeva" userId="2d3d2e38f9c357bf" providerId="LiveId" clId="{89A268DB-4518-41DC-B1E4-35446A2DC78F}" dt="2026-09-23T22:38:55.317" v="884"/>
        <pc:sldMkLst>
          <pc:docMk/>
          <pc:sldMk cId="4290495646" sldId="2771"/>
        </pc:sldMkLst>
        <pc:spChg chg="mod">
          <ac:chgData name="Naga Mahadeva" userId="2d3d2e38f9c357bf" providerId="LiveId" clId="{89A268DB-4518-41DC-B1E4-35446A2DC78F}" dt="2026-09-23T22:38:55.317" v="884"/>
          <ac:spMkLst>
            <pc:docMk/>
            <pc:sldMk cId="4290495646" sldId="2771"/>
            <ac:spMk id="7" creationId="{F5A900BB-2082-BDB1-9B47-92E75EC284B1}"/>
          </ac:spMkLst>
        </pc:spChg>
        <pc:spChg chg="del mod">
          <ac:chgData name="Naga Mahadeva" userId="2d3d2e38f9c357bf" providerId="LiveId" clId="{89A268DB-4518-41DC-B1E4-35446A2DC78F}" dt="2026-09-23T22:38:42.973" v="880" actId="478"/>
          <ac:spMkLst>
            <pc:docMk/>
            <pc:sldMk cId="4290495646" sldId="2771"/>
            <ac:spMk id="8" creationId="{58190787-969A-0913-6F9F-5B1310FC9333}"/>
          </ac:spMkLst>
        </pc:spChg>
        <pc:picChg chg="add mod">
          <ac:chgData name="Naga Mahadeva" userId="2d3d2e38f9c357bf" providerId="LiveId" clId="{89A268DB-4518-41DC-B1E4-35446A2DC78F}" dt="2026-09-23T22:38:18.901" v="877" actId="27614"/>
          <ac:picMkLst>
            <pc:docMk/>
            <pc:sldMk cId="4290495646" sldId="2771"/>
            <ac:picMk id="3" creationId="{760FA3AD-C47C-B4F7-3C1B-9FABF2C27E3A}"/>
          </ac:picMkLst>
        </pc:picChg>
        <pc:picChg chg="add del mod">
          <ac:chgData name="Naga Mahadeva" userId="2d3d2e38f9c357bf" providerId="LiveId" clId="{89A268DB-4518-41DC-B1E4-35446A2DC78F}" dt="2026-09-23T03:54:20.514" v="729" actId="478"/>
          <ac:picMkLst>
            <pc:docMk/>
            <pc:sldMk cId="4290495646" sldId="2771"/>
            <ac:picMk id="3" creationId="{859CBB65-72A2-8A62-9CB3-506BB6D1492F}"/>
          </ac:picMkLst>
        </pc:picChg>
        <pc:picChg chg="add del mod">
          <ac:chgData name="Naga Mahadeva" userId="2d3d2e38f9c357bf" providerId="LiveId" clId="{89A268DB-4518-41DC-B1E4-35446A2DC78F}" dt="2026-09-23T00:27:56.691" v="593" actId="478"/>
          <ac:picMkLst>
            <pc:docMk/>
            <pc:sldMk cId="4290495646" sldId="2771"/>
            <ac:picMk id="4" creationId="{B2FB750B-15E2-FA01-BEA3-EAE2EE095572}"/>
          </ac:picMkLst>
        </pc:picChg>
        <pc:picChg chg="add del mod">
          <ac:chgData name="Naga Mahadeva" userId="2d3d2e38f9c357bf" providerId="LiveId" clId="{89A268DB-4518-41DC-B1E4-35446A2DC78F}" dt="2026-09-23T22:38:06.797" v="871" actId="478"/>
          <ac:picMkLst>
            <pc:docMk/>
            <pc:sldMk cId="4290495646" sldId="2771"/>
            <ac:picMk id="4" creationId="{D0C7D75E-C074-7317-96B8-2ADE02F7F9A8}"/>
          </ac:picMkLst>
        </pc:picChg>
        <pc:picChg chg="add mod">
          <ac:chgData name="Naga Mahadeva" userId="2d3d2e38f9c357bf" providerId="LiveId" clId="{89A268DB-4518-41DC-B1E4-35446A2DC78F}" dt="2026-09-23T22:38:45.055" v="883" actId="1076"/>
          <ac:picMkLst>
            <pc:docMk/>
            <pc:sldMk cId="4290495646" sldId="2771"/>
            <ac:picMk id="6" creationId="{EF54079A-CDAE-B531-68B3-370B96DF18BF}"/>
          </ac:picMkLst>
        </pc:picChg>
      </pc:sldChg>
      <pc:sldChg chg="addSp delSp modSp del mod">
        <pc:chgData name="Naga Mahadeva" userId="2d3d2e38f9c357bf" providerId="LiveId" clId="{89A268DB-4518-41DC-B1E4-35446A2DC78F}" dt="2026-09-23T03:59:16.975" v="772" actId="47"/>
        <pc:sldMkLst>
          <pc:docMk/>
          <pc:sldMk cId="673386160" sldId="2772"/>
        </pc:sldMkLst>
        <pc:spChg chg="mod">
          <ac:chgData name="Naga Mahadeva" userId="2d3d2e38f9c357bf" providerId="LiveId" clId="{89A268DB-4518-41DC-B1E4-35446A2DC78F}" dt="2026-09-23T00:32:02.851" v="631"/>
          <ac:spMkLst>
            <pc:docMk/>
            <pc:sldMk cId="673386160" sldId="2772"/>
            <ac:spMk id="7" creationId="{5A729299-2ACE-58EE-C6A2-9612CF07C785}"/>
          </ac:spMkLst>
        </pc:spChg>
        <pc:spChg chg="mod">
          <ac:chgData name="Naga Mahadeva" userId="2d3d2e38f9c357bf" providerId="LiveId" clId="{89A268DB-4518-41DC-B1E4-35446A2DC78F}" dt="2026-09-23T00:32:42.654" v="634"/>
          <ac:spMkLst>
            <pc:docMk/>
            <pc:sldMk cId="673386160" sldId="2772"/>
            <ac:spMk id="8" creationId="{C7513FB3-E6AA-239A-7A9B-384CC113B573}"/>
          </ac:spMkLst>
        </pc:spChg>
        <pc:picChg chg="add mod">
          <ac:chgData name="Naga Mahadeva" userId="2d3d2e38f9c357bf" providerId="LiveId" clId="{89A268DB-4518-41DC-B1E4-35446A2DC78F}" dt="2026-09-23T00:33:17.937" v="637" actId="27614"/>
          <ac:picMkLst>
            <pc:docMk/>
            <pc:sldMk cId="673386160" sldId="2772"/>
            <ac:picMk id="3" creationId="{5C2A0863-AE0E-D236-3229-E2633D58C6A7}"/>
          </ac:picMkLst>
        </pc:picChg>
        <pc:picChg chg="add del mod">
          <ac:chgData name="Naga Mahadeva" userId="2d3d2e38f9c357bf" providerId="LiveId" clId="{89A268DB-4518-41DC-B1E4-35446A2DC78F}" dt="2026-09-23T00:32:37.456" v="633" actId="478"/>
          <ac:picMkLst>
            <pc:docMk/>
            <pc:sldMk cId="673386160" sldId="2772"/>
            <ac:picMk id="4" creationId="{E5A1DC70-6FFB-652C-5A48-BBC412D73DAA}"/>
          </ac:picMkLst>
        </pc:picChg>
      </pc:sldChg>
      <pc:sldChg chg="addSp delSp modSp del mod">
        <pc:chgData name="Naga Mahadeva" userId="2d3d2e38f9c357bf" providerId="LiveId" clId="{89A268DB-4518-41DC-B1E4-35446A2DC78F}" dt="2026-09-23T00:31:58.584" v="630" actId="47"/>
        <pc:sldMkLst>
          <pc:docMk/>
          <pc:sldMk cId="185974604" sldId="2773"/>
        </pc:sldMkLst>
      </pc:sldChg>
      <pc:sldChg chg="addSp delSp modSp del mod">
        <pc:chgData name="Naga Mahadeva" userId="2d3d2e38f9c357bf" providerId="LiveId" clId="{89A268DB-4518-41DC-B1E4-35446A2DC78F}" dt="2026-09-23T00:31:56.996" v="629" actId="47"/>
        <pc:sldMkLst>
          <pc:docMk/>
          <pc:sldMk cId="3324089155" sldId="2774"/>
        </pc:sldMkLst>
      </pc:sldChg>
      <pc:sldChg chg="addSp delSp modSp new mod">
        <pc:chgData name="Naga Mahadeva" userId="2d3d2e38f9c357bf" providerId="LiveId" clId="{89A268DB-4518-41DC-B1E4-35446A2DC78F}" dt="2026-09-23T22:41:23.296" v="907" actId="27614"/>
        <pc:sldMkLst>
          <pc:docMk/>
          <pc:sldMk cId="595931113" sldId="2775"/>
        </pc:sldMkLst>
        <pc:spChg chg="del">
          <ac:chgData name="Naga Mahadeva" userId="2d3d2e38f9c357bf" providerId="LiveId" clId="{89A268DB-4518-41DC-B1E4-35446A2DC78F}" dt="2026-09-23T00:29:02.629" v="603" actId="478"/>
          <ac:spMkLst>
            <pc:docMk/>
            <pc:sldMk cId="595931113" sldId="2775"/>
            <ac:spMk id="2" creationId="{CDFD8F3A-0370-B96D-FA17-4E829537B1BC}"/>
          </ac:spMkLst>
        </pc:spChg>
        <pc:spChg chg="del">
          <ac:chgData name="Naga Mahadeva" userId="2d3d2e38f9c357bf" providerId="LiveId" clId="{89A268DB-4518-41DC-B1E4-35446A2DC78F}" dt="2026-09-23T00:29:04.992" v="604" actId="478"/>
          <ac:spMkLst>
            <pc:docMk/>
            <pc:sldMk cId="595931113" sldId="2775"/>
            <ac:spMk id="3" creationId="{358876D6-9C24-6640-0236-C08BC342BE6F}"/>
          </ac:spMkLst>
        </pc:spChg>
        <pc:spChg chg="del">
          <ac:chgData name="Naga Mahadeva" userId="2d3d2e38f9c357bf" providerId="LiveId" clId="{89A268DB-4518-41DC-B1E4-35446A2DC78F}" dt="2026-09-23T00:29:12.136" v="606" actId="478"/>
          <ac:spMkLst>
            <pc:docMk/>
            <pc:sldMk cId="595931113" sldId="2775"/>
            <ac:spMk id="4" creationId="{1C33C2E1-4896-EFFC-18AD-46C5F6CC7E84}"/>
          </ac:spMkLst>
        </pc:spChg>
        <pc:spChg chg="del">
          <ac:chgData name="Naga Mahadeva" userId="2d3d2e38f9c357bf" providerId="LiveId" clId="{89A268DB-4518-41DC-B1E4-35446A2DC78F}" dt="2026-09-23T00:29:07.354" v="605" actId="478"/>
          <ac:spMkLst>
            <pc:docMk/>
            <pc:sldMk cId="595931113" sldId="2775"/>
            <ac:spMk id="5" creationId="{42B549C3-9293-01C0-5FC1-9F9E4934B2AA}"/>
          </ac:spMkLst>
        </pc:spChg>
        <pc:spChg chg="add mod">
          <ac:chgData name="Naga Mahadeva" userId="2d3d2e38f9c357bf" providerId="LiveId" clId="{89A268DB-4518-41DC-B1E4-35446A2DC78F}" dt="2026-09-23T22:39:30.422" v="885"/>
          <ac:spMkLst>
            <pc:docMk/>
            <pc:sldMk cId="595931113" sldId="2775"/>
            <ac:spMk id="7" creationId="{0B186C05-3FB4-704F-C79A-B2139868C050}"/>
          </ac:spMkLst>
        </pc:spChg>
        <pc:spChg chg="add del mod">
          <ac:chgData name="Naga Mahadeva" userId="2d3d2e38f9c357bf" providerId="LiveId" clId="{89A268DB-4518-41DC-B1E4-35446A2DC78F}" dt="2026-09-23T22:40:02.530" v="891" actId="478"/>
          <ac:spMkLst>
            <pc:docMk/>
            <pc:sldMk cId="595931113" sldId="2775"/>
            <ac:spMk id="8" creationId="{49FE7F1B-306D-6B26-B0C9-062DC815A797}"/>
          </ac:spMkLst>
        </pc:spChg>
        <pc:spChg chg="add del mod">
          <ac:chgData name="Naga Mahadeva" userId="2d3d2e38f9c357bf" providerId="LiveId" clId="{89A268DB-4518-41DC-B1E4-35446A2DC78F}" dt="2026-09-23T22:39:52.603" v="887" actId="478"/>
          <ac:spMkLst>
            <pc:docMk/>
            <pc:sldMk cId="595931113" sldId="2775"/>
            <ac:spMk id="9" creationId="{6AF4D90F-8DF6-4AEB-BD2B-55C42385D4E8}"/>
          </ac:spMkLst>
        </pc:spChg>
        <pc:spChg chg="add del mod">
          <ac:chgData name="Naga Mahadeva" userId="2d3d2e38f9c357bf" providerId="LiveId" clId="{89A268DB-4518-41DC-B1E4-35446A2DC78F}" dt="2026-09-23T22:39:55.650" v="888" actId="478"/>
          <ac:spMkLst>
            <pc:docMk/>
            <pc:sldMk cId="595931113" sldId="2775"/>
            <ac:spMk id="12" creationId="{7D8C40E4-788E-798B-1BAC-FFC4BA294927}"/>
          </ac:spMkLst>
        </pc:spChg>
        <pc:picChg chg="add del mod">
          <ac:chgData name="Naga Mahadeva" userId="2d3d2e38f9c357bf" providerId="LiveId" clId="{89A268DB-4518-41DC-B1E4-35446A2DC78F}" dt="2026-09-23T22:39:50.400" v="886" actId="478"/>
          <ac:picMkLst>
            <pc:docMk/>
            <pc:sldMk cId="595931113" sldId="2775"/>
            <ac:picMk id="3" creationId="{20F4074F-2505-EFE9-D61D-FE19AEE9F303}"/>
          </ac:picMkLst>
        </pc:picChg>
        <pc:picChg chg="add mod">
          <ac:chgData name="Naga Mahadeva" userId="2d3d2e38f9c357bf" providerId="LiveId" clId="{89A268DB-4518-41DC-B1E4-35446A2DC78F}" dt="2026-09-23T22:40:16.333" v="897" actId="27614"/>
          <ac:picMkLst>
            <pc:docMk/>
            <pc:sldMk cId="595931113" sldId="2775"/>
            <ac:picMk id="4" creationId="{83E17E3F-7748-6E93-39E1-E546B772E610}"/>
          </ac:picMkLst>
        </pc:picChg>
        <pc:picChg chg="add del mod">
          <ac:chgData name="Naga Mahadeva" userId="2d3d2e38f9c357bf" providerId="LiveId" clId="{89A268DB-4518-41DC-B1E4-35446A2DC78F}" dt="2026-09-23T22:39:57.403" v="889" actId="478"/>
          <ac:picMkLst>
            <pc:docMk/>
            <pc:sldMk cId="595931113" sldId="2775"/>
            <ac:picMk id="5" creationId="{2C8503DE-F8D6-A60E-F610-3949ED320BD1}"/>
          </ac:picMkLst>
        </pc:picChg>
        <pc:picChg chg="add mod">
          <ac:chgData name="Naga Mahadeva" userId="2d3d2e38f9c357bf" providerId="LiveId" clId="{89A268DB-4518-41DC-B1E4-35446A2DC78F}" dt="2026-09-23T22:40:55.744" v="904" actId="1076"/>
          <ac:picMkLst>
            <pc:docMk/>
            <pc:sldMk cId="595931113" sldId="2775"/>
            <ac:picMk id="11" creationId="{07336A0E-1B3F-DC0C-0897-F3D991F174AD}"/>
          </ac:picMkLst>
        </pc:picChg>
        <pc:picChg chg="add del mod">
          <ac:chgData name="Naga Mahadeva" userId="2d3d2e38f9c357bf" providerId="LiveId" clId="{89A268DB-4518-41DC-B1E4-35446A2DC78F}" dt="2026-09-23T03:57:12.604" v="753" actId="478"/>
          <ac:picMkLst>
            <pc:docMk/>
            <pc:sldMk cId="595931113" sldId="2775"/>
            <ac:picMk id="11" creationId="{CBF0CB58-892A-C4F9-18CC-275CA72EBBF8}"/>
          </ac:picMkLst>
        </pc:picChg>
        <pc:picChg chg="add del mod">
          <ac:chgData name="Naga Mahadeva" userId="2d3d2e38f9c357bf" providerId="LiveId" clId="{89A268DB-4518-41DC-B1E4-35446A2DC78F}" dt="2026-09-23T22:40:03.988" v="892" actId="478"/>
          <ac:picMkLst>
            <pc:docMk/>
            <pc:sldMk cId="595931113" sldId="2775"/>
            <ac:picMk id="13" creationId="{06B88FD1-E5BF-BB3A-01EC-22279FB3AB5A}"/>
          </ac:picMkLst>
        </pc:picChg>
        <pc:picChg chg="add mod">
          <ac:chgData name="Naga Mahadeva" userId="2d3d2e38f9c357bf" providerId="LiveId" clId="{89A268DB-4518-41DC-B1E4-35446A2DC78F}" dt="2026-09-23T22:41:23.296" v="907" actId="27614"/>
          <ac:picMkLst>
            <pc:docMk/>
            <pc:sldMk cId="595931113" sldId="2775"/>
            <ac:picMk id="15" creationId="{C68D0041-15B6-FC4C-F22D-ABE942FF59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9/23/2026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9/23/2026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9/23/2026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9/23/2026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9/23/2026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9/23/2026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9/23/2026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9/23/2026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9/23/2026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9/23/2026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9/23/2026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9/23/2026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9/23/2026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9/23/2026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9/23/2026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9/23/2026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9/23/2026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9/23/2026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9/23/2026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9/23/2026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9/23/2026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9/23/2026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804407" y="2194560"/>
            <a:ext cx="10742212" cy="1470991"/>
          </a:xfrm>
        </p:spPr>
        <p:txBody>
          <a:bodyPr anchor="t">
            <a:noAutofit/>
          </a:bodyPr>
          <a:lstStyle/>
          <a:p>
            <a:pPr algn="ctr"/>
            <a:r>
              <a:rPr lang="en-IN" sz="6000" dirty="0"/>
              <a:t>BINARY TREE vs. BINARY SEARCH TREE</a:t>
            </a:r>
            <a:endParaRPr lang="en-US" sz="6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556714" y="4468653"/>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0"/>
            <a:ext cx="12192000" cy="580445"/>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QUEUE DATA STRUCTURE</a:t>
            </a:r>
          </a:p>
        </p:txBody>
      </p:sp>
      <p:sp>
        <p:nvSpPr>
          <p:cNvPr id="9" name="TextBox 8">
            <a:extLst>
              <a:ext uri="{FF2B5EF4-FFF2-40B4-BE49-F238E27FC236}">
                <a16:creationId xmlns:a16="http://schemas.microsoft.com/office/drawing/2014/main" id="{40ADE7B3-947E-7624-EAA2-7BD216246076}"/>
              </a:ext>
            </a:extLst>
          </p:cNvPr>
          <p:cNvSpPr txBox="1"/>
          <p:nvPr/>
        </p:nvSpPr>
        <p:spPr>
          <a:xfrm>
            <a:off x="284879" y="666597"/>
            <a:ext cx="8119649" cy="3970318"/>
          </a:xfrm>
          <a:prstGeom prst="rect">
            <a:avLst/>
          </a:prstGeom>
          <a:noFill/>
        </p:spPr>
        <p:txBody>
          <a:bodyPr wrap="square" rtlCol="0">
            <a:spAutoFit/>
          </a:bodyPr>
          <a:lstStyle/>
          <a:p>
            <a:r>
              <a:rPr lang="en-IN" b="1" dirty="0"/>
              <a:t>Binary Tree</a:t>
            </a:r>
          </a:p>
          <a:p>
            <a:endParaRPr lang="en-IN" b="1" dirty="0"/>
          </a:p>
          <a:p>
            <a:pPr lvl="0"/>
            <a:r>
              <a:rPr lang="en-IN" dirty="0"/>
              <a:t>A </a:t>
            </a:r>
            <a:r>
              <a:rPr lang="en-IN" b="1" dirty="0"/>
              <a:t>binary tree</a:t>
            </a:r>
            <a:r>
              <a:rPr lang="en-IN" dirty="0"/>
              <a:t> is a tree data structure where each node can have </a:t>
            </a:r>
            <a:r>
              <a:rPr lang="en-IN" b="1" dirty="0"/>
              <a:t>at most two children</a:t>
            </a:r>
            <a:r>
              <a:rPr lang="en-IN" dirty="0"/>
              <a:t>. </a:t>
            </a:r>
          </a:p>
          <a:p>
            <a:pPr lvl="0"/>
            <a:r>
              <a:rPr lang="en-IN" dirty="0"/>
              <a:t>The children are called: </a:t>
            </a:r>
          </a:p>
          <a:p>
            <a:pPr lvl="1"/>
            <a:r>
              <a:rPr lang="en-IN" dirty="0"/>
              <a:t>Left child </a:t>
            </a:r>
          </a:p>
          <a:p>
            <a:pPr lvl="1"/>
            <a:r>
              <a:rPr lang="en-IN" dirty="0"/>
              <a:t>Right child </a:t>
            </a:r>
          </a:p>
          <a:p>
            <a:pPr lvl="0"/>
            <a:r>
              <a:rPr lang="en-IN" dirty="0"/>
              <a:t>There is no requirement that the values be sorted. </a:t>
            </a:r>
          </a:p>
          <a:p>
            <a:pPr lvl="0"/>
            <a:endParaRPr lang="en-IN" dirty="0"/>
          </a:p>
          <a:p>
            <a:r>
              <a:rPr lang="en-IN" b="1" dirty="0"/>
              <a:t>Binary Search Tree (BST)</a:t>
            </a:r>
          </a:p>
          <a:p>
            <a:r>
              <a:rPr lang="en-IN" dirty="0"/>
              <a:t>A </a:t>
            </a:r>
            <a:r>
              <a:rPr lang="en-IN" b="1" dirty="0"/>
              <a:t>Binary Search Tree</a:t>
            </a:r>
            <a:r>
              <a:rPr lang="en-IN" dirty="0"/>
              <a:t> is a binary tree with an ordering rule:</a:t>
            </a:r>
          </a:p>
          <a:p>
            <a:endParaRPr lang="en-IN" dirty="0"/>
          </a:p>
          <a:p>
            <a:r>
              <a:rPr lang="en-IN" dirty="0"/>
              <a:t>Smaller values → LEFT subtree </a:t>
            </a:r>
          </a:p>
          <a:p>
            <a:r>
              <a:rPr lang="en-IN" dirty="0"/>
              <a:t>Larger values → RIGHT subtree</a:t>
            </a:r>
            <a:endParaRPr lang="en-IN" b="1" dirty="0"/>
          </a:p>
        </p:txBody>
      </p:sp>
      <p:pic>
        <p:nvPicPr>
          <p:cNvPr id="5" name="Picture 4" descr="The image displays a numerical list arranged in ascending order, with values 20, 30, 40, 50, 60, 70, and 80, followed by a comparison of the number 50 being less than, equal to, and greater than itself.&#10;&#10;AI-generated content may be incorrect.">
            <a:extLst>
              <a:ext uri="{FF2B5EF4-FFF2-40B4-BE49-F238E27FC236}">
                <a16:creationId xmlns:a16="http://schemas.microsoft.com/office/drawing/2014/main" id="{E5450E7C-E561-43C7-167D-37C1050F870E}"/>
              </a:ext>
            </a:extLst>
          </p:cNvPr>
          <p:cNvPicPr>
            <a:picLocks noChangeAspect="1"/>
          </p:cNvPicPr>
          <p:nvPr/>
        </p:nvPicPr>
        <p:blipFill>
          <a:blip r:embed="rId2"/>
          <a:stretch>
            <a:fillRect/>
          </a:stretch>
        </p:blipFill>
        <p:spPr>
          <a:xfrm>
            <a:off x="5607870" y="3959031"/>
            <a:ext cx="4077269" cy="2581635"/>
          </a:xfrm>
          <a:prstGeom prst="rect">
            <a:avLst/>
          </a:prstGeom>
        </p:spPr>
      </p:pic>
      <p:sp>
        <p:nvSpPr>
          <p:cNvPr id="6" name="TextBox 5">
            <a:extLst>
              <a:ext uri="{FF2B5EF4-FFF2-40B4-BE49-F238E27FC236}">
                <a16:creationId xmlns:a16="http://schemas.microsoft.com/office/drawing/2014/main" id="{605007A0-EFDA-C705-DEB9-ED10B4A867DD}"/>
              </a:ext>
            </a:extLst>
          </p:cNvPr>
          <p:cNvSpPr txBox="1"/>
          <p:nvPr/>
        </p:nvSpPr>
        <p:spPr>
          <a:xfrm>
            <a:off x="284879" y="4636915"/>
            <a:ext cx="4732394" cy="2308324"/>
          </a:xfrm>
          <a:prstGeom prst="rect">
            <a:avLst/>
          </a:prstGeom>
          <a:noFill/>
        </p:spPr>
        <p:txBody>
          <a:bodyPr wrap="square" rtlCol="0">
            <a:spAutoFit/>
          </a:bodyPr>
          <a:lstStyle/>
          <a:p>
            <a:pPr lvl="0"/>
            <a:r>
              <a:rPr lang="en-IN" dirty="0">
                <a:solidFill>
                  <a:srgbClr val="FFC000"/>
                </a:solidFill>
              </a:rPr>
              <a:t>Values smaller than 50 go to the left. </a:t>
            </a:r>
          </a:p>
          <a:p>
            <a:pPr lvl="0"/>
            <a:r>
              <a:rPr lang="en-IN" dirty="0">
                <a:solidFill>
                  <a:srgbClr val="FFC000"/>
                </a:solidFill>
              </a:rPr>
              <a:t>Values larger than 50 go to the right. </a:t>
            </a:r>
          </a:p>
          <a:p>
            <a:pPr lvl="0"/>
            <a:r>
              <a:rPr lang="en-IN" dirty="0"/>
              <a:t>Duplicate values are </a:t>
            </a:r>
            <a:r>
              <a:rPr lang="en-IN" b="1" dirty="0"/>
              <a:t>not inserted</a:t>
            </a:r>
            <a:r>
              <a:rPr lang="en-IN" dirty="0"/>
              <a:t> for this assignment. </a:t>
            </a:r>
          </a:p>
          <a:p>
            <a:r>
              <a:rPr lang="en-IN" b="1" dirty="0"/>
              <a:t>Key Difference</a:t>
            </a:r>
          </a:p>
          <a:p>
            <a:r>
              <a:rPr lang="en-IN" b="1" dirty="0"/>
              <a:t>Binary Tree:</a:t>
            </a:r>
            <a:r>
              <a:rPr lang="en-IN" dirty="0"/>
              <a:t> Structure only.</a:t>
            </a:r>
          </a:p>
          <a:p>
            <a:r>
              <a:rPr lang="en-IN" b="1" dirty="0"/>
              <a:t>BST:</a:t>
            </a:r>
            <a:r>
              <a:rPr lang="en-IN" dirty="0"/>
              <a:t> Structure + ordering rule.</a:t>
            </a:r>
          </a:p>
          <a:p>
            <a:endParaRPr lang="en-IN" dirty="0"/>
          </a:p>
        </p:txBody>
      </p:sp>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238538" y="893944"/>
            <a:ext cx="9843715" cy="6463308"/>
          </a:xfrm>
          <a:prstGeom prst="rect">
            <a:avLst/>
          </a:prstGeom>
          <a:noFill/>
        </p:spPr>
        <p:txBody>
          <a:bodyPr wrap="square" rtlCol="0">
            <a:spAutoFit/>
          </a:bodyPr>
          <a:lstStyle/>
          <a:p>
            <a:r>
              <a:rPr lang="en-IN" b="1" dirty="0"/>
              <a:t>Node</a:t>
            </a:r>
          </a:p>
          <a:p>
            <a:r>
              <a:rPr lang="en-IN" dirty="0"/>
              <a:t>Each individual element in the tree.</a:t>
            </a:r>
          </a:p>
          <a:p>
            <a:r>
              <a:rPr lang="en-IN" dirty="0"/>
              <a:t>Example: 50 is a node.</a:t>
            </a:r>
          </a:p>
          <a:p>
            <a:r>
              <a:rPr lang="en-IN" b="1" dirty="0"/>
              <a:t>Root</a:t>
            </a:r>
          </a:p>
          <a:p>
            <a:r>
              <a:rPr lang="en-IN" dirty="0"/>
              <a:t>The topmost node.</a:t>
            </a:r>
          </a:p>
          <a:p>
            <a:r>
              <a:rPr lang="en-IN" b="1" dirty="0"/>
              <a:t>Root = 50</a:t>
            </a:r>
            <a:endParaRPr lang="en-IN" dirty="0"/>
          </a:p>
          <a:p>
            <a:r>
              <a:rPr lang="en-IN" b="1" dirty="0"/>
              <a:t>Parent</a:t>
            </a:r>
          </a:p>
          <a:p>
            <a:r>
              <a:rPr lang="en-IN" dirty="0"/>
              <a:t>A node that has one or more children.</a:t>
            </a:r>
          </a:p>
          <a:p>
            <a:r>
              <a:rPr lang="en-IN" b="1" dirty="0"/>
              <a:t>30 is the parent of 20 and 40.</a:t>
            </a:r>
            <a:endParaRPr lang="en-IN" dirty="0"/>
          </a:p>
          <a:p>
            <a:r>
              <a:rPr lang="en-IN" b="1" dirty="0"/>
              <a:t>Child</a:t>
            </a:r>
          </a:p>
          <a:p>
            <a:r>
              <a:rPr lang="en-IN" dirty="0"/>
              <a:t>A node directly connected below a parent.</a:t>
            </a:r>
          </a:p>
          <a:p>
            <a:r>
              <a:rPr lang="en-IN" b="1" dirty="0"/>
              <a:t>20 and 40 are children of 30.</a:t>
            </a:r>
            <a:endParaRPr lang="en-IN" dirty="0"/>
          </a:p>
          <a:p>
            <a:r>
              <a:rPr lang="en-IN" b="1" dirty="0"/>
              <a:t>Left Child</a:t>
            </a:r>
          </a:p>
          <a:p>
            <a:r>
              <a:rPr lang="en-IN" dirty="0"/>
              <a:t>The child connected on the left.</a:t>
            </a:r>
          </a:p>
          <a:p>
            <a:r>
              <a:rPr lang="en-IN" b="1" dirty="0"/>
              <a:t>20 is the left child of 30.</a:t>
            </a:r>
            <a:endParaRPr lang="en-IN" dirty="0"/>
          </a:p>
          <a:p>
            <a:r>
              <a:rPr lang="en-IN" b="1" dirty="0"/>
              <a:t>Right Child</a:t>
            </a:r>
          </a:p>
          <a:p>
            <a:r>
              <a:rPr lang="en-IN" dirty="0"/>
              <a:t>The child connected on the right.</a:t>
            </a:r>
          </a:p>
          <a:p>
            <a:r>
              <a:rPr lang="en-IN" b="1" dirty="0"/>
              <a:t>40 is the right child of 30.</a:t>
            </a:r>
            <a:endParaRPr lang="en-IN" dirty="0"/>
          </a:p>
          <a:p>
            <a:r>
              <a:rPr lang="en-IN" b="1" dirty="0"/>
              <a:t>Leaf</a:t>
            </a:r>
          </a:p>
          <a:p>
            <a:r>
              <a:rPr lang="en-IN" dirty="0"/>
              <a:t>A node with no children.</a:t>
            </a:r>
          </a:p>
          <a:p>
            <a:r>
              <a:rPr lang="en-IN" b="1" dirty="0"/>
              <a:t>20, 40, 60, and 80 are leaf nodes.</a:t>
            </a:r>
            <a:endParaRPr lang="en-IN" dirty="0"/>
          </a:p>
          <a:p>
            <a:pPr lvl="0"/>
            <a:endParaRPr lang="en-IN" dirty="0"/>
          </a:p>
          <a:p>
            <a:endParaRPr lang="en-IN" b="1" dirty="0"/>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BINARY TREE TERMINOLOGY</a:t>
            </a:r>
          </a:p>
        </p:txBody>
      </p:sp>
      <p:pic>
        <p:nvPicPr>
          <p:cNvPr id="4" name="Picture 3" descr="The image depicts a tree structure with numbers at each node: 50, 30, 70, 20, 40, 60, and 80.&#10;&#10;AI-generated content may be incorrect.">
            <a:extLst>
              <a:ext uri="{FF2B5EF4-FFF2-40B4-BE49-F238E27FC236}">
                <a16:creationId xmlns:a16="http://schemas.microsoft.com/office/drawing/2014/main" id="{81BE218F-E386-17BA-4D2C-37E71AFBD177}"/>
              </a:ext>
            </a:extLst>
          </p:cNvPr>
          <p:cNvPicPr>
            <a:picLocks noChangeAspect="1"/>
          </p:cNvPicPr>
          <p:nvPr/>
        </p:nvPicPr>
        <p:blipFill>
          <a:blip r:embed="rId2"/>
          <a:stretch>
            <a:fillRect/>
          </a:stretch>
        </p:blipFill>
        <p:spPr>
          <a:xfrm>
            <a:off x="6249725" y="1568395"/>
            <a:ext cx="4071068" cy="2765066"/>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690396" y="796064"/>
            <a:ext cx="8119649" cy="3139321"/>
          </a:xfrm>
          <a:prstGeom prst="rect">
            <a:avLst/>
          </a:prstGeom>
          <a:noFill/>
        </p:spPr>
        <p:txBody>
          <a:bodyPr wrap="square" rtlCol="0">
            <a:spAutoFit/>
          </a:bodyPr>
          <a:lstStyle/>
          <a:p>
            <a:r>
              <a:rPr lang="en-IN" b="1" dirty="0"/>
              <a:t>Subtree</a:t>
            </a:r>
          </a:p>
          <a:p>
            <a:r>
              <a:rPr lang="en-IN" dirty="0"/>
              <a:t>A </a:t>
            </a:r>
            <a:r>
              <a:rPr lang="en-IN" b="1" dirty="0"/>
              <a:t>subtree</a:t>
            </a:r>
            <a:r>
              <a:rPr lang="en-IN" dirty="0"/>
              <a:t> is a smaller tree that starts from a particular node and includes its descendants.</a:t>
            </a:r>
          </a:p>
          <a:p>
            <a:r>
              <a:rPr lang="en-IN" dirty="0"/>
              <a:t>For example:</a:t>
            </a:r>
          </a:p>
          <a:p>
            <a:endParaRPr lang="en-IN" dirty="0"/>
          </a:p>
          <a:p>
            <a:endParaRPr lang="en-IN" dirty="0"/>
          </a:p>
          <a:p>
            <a:pPr lvl="0"/>
            <a:endParaRPr lang="en-IN" dirty="0"/>
          </a:p>
          <a:p>
            <a:pPr lvl="0"/>
            <a:endParaRPr lang="en-IN" dirty="0"/>
          </a:p>
          <a:p>
            <a:pPr lvl="0"/>
            <a:endParaRPr lang="en-IN" dirty="0"/>
          </a:p>
          <a:p>
            <a:pPr lvl="0"/>
            <a:endParaRPr lang="en-IN" dirty="0"/>
          </a:p>
          <a:p>
            <a:pPr lvl="0"/>
            <a:endParaRPr lang="en-IN" dirty="0"/>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50452"/>
            <a:ext cx="12192000" cy="597499"/>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SUBTREE, PREDECESSOR &amp; SUCCESSOR</a:t>
            </a:r>
          </a:p>
        </p:txBody>
      </p:sp>
      <p:pic>
        <p:nvPicPr>
          <p:cNvPr id="3" name="Picture 2" descr="The image displays a sequence of numbers: 50, 30, 70, 20, and 40, likely arranged in a linear or tabular format.&#10;&#10;AI-generated content may be incorrect.">
            <a:extLst>
              <a:ext uri="{FF2B5EF4-FFF2-40B4-BE49-F238E27FC236}">
                <a16:creationId xmlns:a16="http://schemas.microsoft.com/office/drawing/2014/main" id="{A399494E-4415-1E89-A38B-F2AA22366A82}"/>
              </a:ext>
            </a:extLst>
          </p:cNvPr>
          <p:cNvPicPr>
            <a:picLocks noChangeAspect="1"/>
          </p:cNvPicPr>
          <p:nvPr/>
        </p:nvPicPr>
        <p:blipFill>
          <a:blip r:embed="rId2"/>
          <a:stretch>
            <a:fillRect/>
          </a:stretch>
        </p:blipFill>
        <p:spPr>
          <a:xfrm>
            <a:off x="877708" y="2022495"/>
            <a:ext cx="1181265" cy="1095528"/>
          </a:xfrm>
          <a:prstGeom prst="rect">
            <a:avLst/>
          </a:prstGeom>
        </p:spPr>
      </p:pic>
      <p:pic>
        <p:nvPicPr>
          <p:cNvPr id="6" name="Picture 5" descr="The diagram illustrates a binary tree structure, where the node with the value 30 serves as the root, with child nodes 20 and 40 branching off.&#10;&#10;AI-generated content may be incorrect.">
            <a:extLst>
              <a:ext uri="{FF2B5EF4-FFF2-40B4-BE49-F238E27FC236}">
                <a16:creationId xmlns:a16="http://schemas.microsoft.com/office/drawing/2014/main" id="{173B026E-617F-28FD-3C96-BE23CE567E1A}"/>
              </a:ext>
            </a:extLst>
          </p:cNvPr>
          <p:cNvPicPr>
            <a:picLocks noChangeAspect="1"/>
          </p:cNvPicPr>
          <p:nvPr/>
        </p:nvPicPr>
        <p:blipFill>
          <a:blip r:embed="rId3"/>
          <a:stretch>
            <a:fillRect/>
          </a:stretch>
        </p:blipFill>
        <p:spPr>
          <a:xfrm>
            <a:off x="690396" y="3255470"/>
            <a:ext cx="2410161" cy="1286054"/>
          </a:xfrm>
          <a:prstGeom prst="rect">
            <a:avLst/>
          </a:prstGeom>
        </p:spPr>
      </p:pic>
      <p:pic>
        <p:nvPicPr>
          <p:cNvPr id="11" name="Picture 10" descr="The diagram illustrates a left subtree with a root node of 50, containing nodes 30, 20, and 40, and all nodes under 30 are part of this left subtree.&#10;&#10;AI-generated content may be incorrect.">
            <a:extLst>
              <a:ext uri="{FF2B5EF4-FFF2-40B4-BE49-F238E27FC236}">
                <a16:creationId xmlns:a16="http://schemas.microsoft.com/office/drawing/2014/main" id="{F97A5DDC-FC30-6F80-1AFC-E4032475B553}"/>
              </a:ext>
            </a:extLst>
          </p:cNvPr>
          <p:cNvPicPr>
            <a:picLocks noChangeAspect="1"/>
          </p:cNvPicPr>
          <p:nvPr/>
        </p:nvPicPr>
        <p:blipFill>
          <a:blip r:embed="rId4"/>
          <a:stretch>
            <a:fillRect/>
          </a:stretch>
        </p:blipFill>
        <p:spPr>
          <a:xfrm>
            <a:off x="333158" y="4678970"/>
            <a:ext cx="5534797" cy="2179029"/>
          </a:xfrm>
          <a:prstGeom prst="rect">
            <a:avLst/>
          </a:prstGeom>
        </p:spPr>
      </p:pic>
      <p:pic>
        <p:nvPicPr>
          <p:cNvPr id="15" name="Picture 14" descr="The image depicts a right subtree structure with values 50, 70, 60, and 80, indicating that all numbers less than 70 are part of the right subtree under the root node 50.&#10;&#10;AI-generated content may be incorrect.">
            <a:extLst>
              <a:ext uri="{FF2B5EF4-FFF2-40B4-BE49-F238E27FC236}">
                <a16:creationId xmlns:a16="http://schemas.microsoft.com/office/drawing/2014/main" id="{83665AAD-DBFE-8424-8E3F-829ECC780104}"/>
              </a:ext>
            </a:extLst>
          </p:cNvPr>
          <p:cNvPicPr>
            <a:picLocks noChangeAspect="1"/>
          </p:cNvPicPr>
          <p:nvPr/>
        </p:nvPicPr>
        <p:blipFill>
          <a:blip r:embed="rId5"/>
          <a:stretch>
            <a:fillRect/>
          </a:stretch>
        </p:blipFill>
        <p:spPr>
          <a:xfrm>
            <a:off x="2534597" y="1670014"/>
            <a:ext cx="2899912" cy="1391421"/>
          </a:xfrm>
          <a:prstGeom prst="rect">
            <a:avLst/>
          </a:prstGeom>
        </p:spPr>
      </p:pic>
      <p:pic>
        <p:nvPicPr>
          <p:cNvPr id="17" name="Picture 16" descr="The image illustrates a Binary Search Tree (BST) with an example sequence (20, 30, 40, 50, 60, 70, 80), highlighting the predecessor and successor values for a given number, in this case, the predecessor of 50 is 40 and the successor is 60.&#10;&#10;AI-generated content may be incorrect.">
            <a:extLst>
              <a:ext uri="{FF2B5EF4-FFF2-40B4-BE49-F238E27FC236}">
                <a16:creationId xmlns:a16="http://schemas.microsoft.com/office/drawing/2014/main" id="{0C8A0848-AFE4-6D4E-AA5A-4EED01FB6CB0}"/>
              </a:ext>
            </a:extLst>
          </p:cNvPr>
          <p:cNvPicPr>
            <a:picLocks noChangeAspect="1"/>
          </p:cNvPicPr>
          <p:nvPr/>
        </p:nvPicPr>
        <p:blipFill>
          <a:blip r:embed="rId6"/>
          <a:stretch>
            <a:fillRect/>
          </a:stretch>
        </p:blipFill>
        <p:spPr>
          <a:xfrm>
            <a:off x="4225987" y="3061435"/>
            <a:ext cx="7899752" cy="2854517"/>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NODE CLASS &amp; POINTERS</a:t>
            </a:r>
          </a:p>
        </p:txBody>
      </p:sp>
      <p:pic>
        <p:nvPicPr>
          <p:cNvPr id="3" name="Picture 2" descr="The provided text describes a C++ class named 'Node' with three public members: an integer 'data' for storing the node's value, and two pointers 'left' and 'right' for referencing the left and right child nodes, respectively.&#10;&#10;AI-generated content may be incorrect.">
            <a:extLst>
              <a:ext uri="{FF2B5EF4-FFF2-40B4-BE49-F238E27FC236}">
                <a16:creationId xmlns:a16="http://schemas.microsoft.com/office/drawing/2014/main" id="{760FA3AD-C47C-B4F7-3C1B-9FABF2C27E3A}"/>
              </a:ext>
            </a:extLst>
          </p:cNvPr>
          <p:cNvPicPr>
            <a:picLocks noChangeAspect="1"/>
          </p:cNvPicPr>
          <p:nvPr/>
        </p:nvPicPr>
        <p:blipFill>
          <a:blip r:embed="rId2"/>
          <a:stretch>
            <a:fillRect/>
          </a:stretch>
        </p:blipFill>
        <p:spPr>
          <a:xfrm>
            <a:off x="6991739" y="970060"/>
            <a:ext cx="4505954" cy="5796500"/>
          </a:xfrm>
          <a:prstGeom prst="rect">
            <a:avLst/>
          </a:prstGeom>
        </p:spPr>
      </p:pic>
      <p:pic>
        <p:nvPicPr>
          <p:cNvPr id="6" name="Picture 5" descr="The image depicts a simple binary tree data structure with a node containing data value 50, left child 30, right child 70, and pointers illustrating the connections between them.&#10;&#10;AI-generated content may be incorrect.">
            <a:extLst>
              <a:ext uri="{FF2B5EF4-FFF2-40B4-BE49-F238E27FC236}">
                <a16:creationId xmlns:a16="http://schemas.microsoft.com/office/drawing/2014/main" id="{EF54079A-CDAE-B531-68B3-370B96DF18BF}"/>
              </a:ext>
            </a:extLst>
          </p:cNvPr>
          <p:cNvPicPr>
            <a:picLocks noChangeAspect="1"/>
          </p:cNvPicPr>
          <p:nvPr/>
        </p:nvPicPr>
        <p:blipFill>
          <a:blip r:embed="rId3"/>
          <a:stretch>
            <a:fillRect/>
          </a:stretch>
        </p:blipFill>
        <p:spPr>
          <a:xfrm>
            <a:off x="464137" y="1470221"/>
            <a:ext cx="5029902" cy="4505954"/>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2081E1-D1F7-FDE6-3C76-843EDD3C4B20}"/>
              </a:ext>
            </a:extLst>
          </p:cNvPr>
          <p:cNvSpPr>
            <a:spLocks noGrp="1"/>
          </p:cNvSpPr>
          <p:nvPr>
            <p:ph type="sldNum" sz="quarter" idx="12"/>
          </p:nvPr>
        </p:nvSpPr>
        <p:spPr/>
        <p:txBody>
          <a:bodyPr/>
          <a:lstStyle/>
          <a:p>
            <a:fld id="{84C450F2-3BB4-4AE4-8A35-A9D7AEA4C850}" type="slidenum">
              <a:rPr lang="en-US" smtClean="0"/>
              <a:t>6</a:t>
            </a:fld>
            <a:endParaRPr lang="en-US" dirty="0"/>
          </a:p>
        </p:txBody>
      </p:sp>
      <p:sp>
        <p:nvSpPr>
          <p:cNvPr id="7" name="Title 1">
            <a:extLst>
              <a:ext uri="{FF2B5EF4-FFF2-40B4-BE49-F238E27FC236}">
                <a16:creationId xmlns:a16="http://schemas.microsoft.com/office/drawing/2014/main" id="{0B186C05-3FB4-704F-C79A-B2139868C050}"/>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BST INSERTION &amp; DUPLICATES</a:t>
            </a:r>
          </a:p>
        </p:txBody>
      </p:sp>
      <p:pic>
        <p:nvPicPr>
          <p:cNvPr id="4" name="Picture 3" descr="The image illustrates the process of inserting a new value (65) into a binary search tree, starting from the root node (50), moving to the right child (70) as it is greater, and then placing it in the left child (65) as it is smaller.&#10;&#10;AI-generated content may be incorrect.">
            <a:extLst>
              <a:ext uri="{FF2B5EF4-FFF2-40B4-BE49-F238E27FC236}">
                <a16:creationId xmlns:a16="http://schemas.microsoft.com/office/drawing/2014/main" id="{83E17E3F-7748-6E93-39E1-E546B772E610}"/>
              </a:ext>
            </a:extLst>
          </p:cNvPr>
          <p:cNvPicPr>
            <a:picLocks noChangeAspect="1"/>
          </p:cNvPicPr>
          <p:nvPr/>
        </p:nvPicPr>
        <p:blipFill>
          <a:blip r:embed="rId2"/>
          <a:stretch>
            <a:fillRect/>
          </a:stretch>
        </p:blipFill>
        <p:spPr>
          <a:xfrm>
            <a:off x="86369" y="880879"/>
            <a:ext cx="5528576" cy="5853876"/>
          </a:xfrm>
          <a:prstGeom prst="rect">
            <a:avLst/>
          </a:prstGeom>
        </p:spPr>
      </p:pic>
      <p:pic>
        <p:nvPicPr>
          <p:cNvPr id="11" name="Picture 10" descr="The image is a flowchart for an insertion function in a binary search tree, demonstrating how it checks for duplicate values and ignores them if they already exist.&#10;&#10;AI-generated content may be incorrect.">
            <a:extLst>
              <a:ext uri="{FF2B5EF4-FFF2-40B4-BE49-F238E27FC236}">
                <a16:creationId xmlns:a16="http://schemas.microsoft.com/office/drawing/2014/main" id="{07336A0E-1B3F-DC0C-0897-F3D991F174AD}"/>
              </a:ext>
            </a:extLst>
          </p:cNvPr>
          <p:cNvPicPr>
            <a:picLocks noChangeAspect="1"/>
          </p:cNvPicPr>
          <p:nvPr/>
        </p:nvPicPr>
        <p:blipFill>
          <a:blip r:embed="rId3"/>
          <a:stretch>
            <a:fillRect/>
          </a:stretch>
        </p:blipFill>
        <p:spPr>
          <a:xfrm>
            <a:off x="2850657" y="928482"/>
            <a:ext cx="6296904" cy="5929518"/>
          </a:xfrm>
          <a:prstGeom prst="rect">
            <a:avLst/>
          </a:prstGeom>
        </p:spPr>
      </p:pic>
      <p:pic>
        <p:nvPicPr>
          <p:cNvPr id="15" name="Picture 14" descr="The provided text appears to be a snippet of C++ code, which is a simple conditional statement for navigating a data structure, likely a binary search tree, based on the comparison of a 'value' with the 'data' of a node.&#10;&#10;AI-generated content may be incorrect.">
            <a:extLst>
              <a:ext uri="{FF2B5EF4-FFF2-40B4-BE49-F238E27FC236}">
                <a16:creationId xmlns:a16="http://schemas.microsoft.com/office/drawing/2014/main" id="{C68D0041-15B6-FC4C-F22D-ABE942FF5960}"/>
              </a:ext>
            </a:extLst>
          </p:cNvPr>
          <p:cNvPicPr>
            <a:picLocks noChangeAspect="1"/>
          </p:cNvPicPr>
          <p:nvPr/>
        </p:nvPicPr>
        <p:blipFill>
          <a:blip r:embed="rId4"/>
          <a:stretch>
            <a:fillRect/>
          </a:stretch>
        </p:blipFill>
        <p:spPr>
          <a:xfrm>
            <a:off x="9196845" y="2670919"/>
            <a:ext cx="2715004" cy="2581635"/>
          </a:xfrm>
          <a:prstGeom prst="rect">
            <a:avLst/>
          </a:prstGeom>
        </p:spPr>
      </p:pic>
    </p:spTree>
    <p:extLst>
      <p:ext uri="{BB962C8B-B14F-4D97-AF65-F5344CB8AC3E}">
        <p14:creationId xmlns:p14="http://schemas.microsoft.com/office/powerpoint/2010/main" val="595931113"/>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3.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515</TotalTime>
  <Words>282</Words>
  <Application>Microsoft Office PowerPoint</Application>
  <PresentationFormat>Widescreen</PresentationFormat>
  <Paragraphs>58</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Neue Haas Grotesk Text Pro</vt:lpstr>
      <vt:lpstr>OasisVTI</vt:lpstr>
      <vt:lpstr>PowerPoint Presentation</vt:lpstr>
      <vt:lpstr>QUEUE DATA STRUCTURE</vt:lpstr>
      <vt:lpstr>BINARY TREE TERMINOLOGY</vt:lpstr>
      <vt:lpstr>SUBTREE, PREDECESSOR &amp; SUCCESSOR</vt:lpstr>
      <vt:lpstr>NODE CLASS &amp; POINTERS</vt:lpstr>
      <vt:lpstr>BST INSERTION &amp; DUPLICATES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2026-09-23T22:41:23Z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