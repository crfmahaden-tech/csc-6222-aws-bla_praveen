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3"/>
  </p:notesMasterIdLst>
  <p:sldIdLst>
    <p:sldId id="2767" r:id="rId5"/>
    <p:sldId id="2768" r:id="rId6"/>
    <p:sldId id="2769" r:id="rId7"/>
    <p:sldId id="2770" r:id="rId8"/>
    <p:sldId id="2771" r:id="rId9"/>
    <p:sldId id="2772" r:id="rId10"/>
    <p:sldId id="2773" r:id="rId11"/>
    <p:sldId id="277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A69950-9FA2-44C2-85AA-A7AC3CD2CEA3}" v="23" dt="2026-10-02T17:35:43.8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95"/>
  </p:normalViewPr>
  <p:slideViewPr>
    <p:cSldViewPr snapToGrid="0">
      <p:cViewPr varScale="1">
        <p:scale>
          <a:sx n="120" d="100"/>
          <a:sy n="120" d="100"/>
        </p:scale>
        <p:origin x="12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ga Mahadeva" userId="2d3d2e38f9c357bf" providerId="LiveId" clId="{89A268DB-4518-41DC-B1E4-35446A2DC78F}"/>
    <pc:docChg chg="undo custSel delSld modSld">
      <pc:chgData name="Naga Mahadeva" userId="2d3d2e38f9c357bf" providerId="LiveId" clId="{89A268DB-4518-41DC-B1E4-35446A2DC78F}" dt="2026-10-02T17:58:21.549" v="492" actId="27614"/>
      <pc:docMkLst>
        <pc:docMk/>
      </pc:docMkLst>
      <pc:sldChg chg="addSp modSp mod">
        <pc:chgData name="Naga Mahadeva" userId="2d3d2e38f9c357bf" providerId="LiveId" clId="{89A268DB-4518-41DC-B1E4-35446A2DC78F}" dt="2026-10-02T16:20:57.512" v="376" actId="20577"/>
        <pc:sldMkLst>
          <pc:docMk/>
          <pc:sldMk cId="4182614578" sldId="2767"/>
        </pc:sldMkLst>
        <pc:spChg chg="mod">
          <ac:chgData name="Naga Mahadeva" userId="2d3d2e38f9c357bf" providerId="LiveId" clId="{89A268DB-4518-41DC-B1E4-35446A2DC78F}" dt="2026-10-02T16:20:48.593" v="361"/>
          <ac:spMkLst>
            <pc:docMk/>
            <pc:sldMk cId="4182614578" sldId="2767"/>
            <ac:spMk id="3" creationId="{7604D864-A6BD-C75F-9B88-BAB58775ABDD}"/>
          </ac:spMkLst>
        </pc:spChg>
        <pc:spChg chg="mod">
          <ac:chgData name="Naga Mahadeva" userId="2d3d2e38f9c357bf" providerId="LiveId" clId="{89A268DB-4518-41DC-B1E4-35446A2DC78F}" dt="2026-10-02T16:20:57.512" v="376" actId="20577"/>
          <ac:spMkLst>
            <pc:docMk/>
            <pc:sldMk cId="4182614578" sldId="2767"/>
            <ac:spMk id="7" creationId="{396580F1-5F2C-1782-40E0-83E80CDC0535}"/>
          </ac:spMkLst>
        </pc:spChg>
      </pc:sldChg>
      <pc:sldChg chg="addSp delSp modSp mod">
        <pc:chgData name="Naga Mahadeva" userId="2d3d2e38f9c357bf" providerId="LiveId" clId="{89A268DB-4518-41DC-B1E4-35446A2DC78F}" dt="2026-10-02T16:30:32.511" v="401" actId="962"/>
        <pc:sldMkLst>
          <pc:docMk/>
          <pc:sldMk cId="2523674139" sldId="2768"/>
        </pc:sldMkLst>
        <pc:spChg chg="mod">
          <ac:chgData name="Naga Mahadeva" userId="2d3d2e38f9c357bf" providerId="LiveId" clId="{89A268DB-4518-41DC-B1E4-35446A2DC78F}" dt="2026-10-02T16:22:18.410" v="382"/>
          <ac:spMkLst>
            <pc:docMk/>
            <pc:sldMk cId="2523674139" sldId="2768"/>
            <ac:spMk id="7" creationId="{28F859CA-7C72-396B-A011-01E1A52FC6AE}"/>
          </ac:spMkLst>
        </pc:spChg>
        <pc:spChg chg="mod">
          <ac:chgData name="Naga Mahadeva" userId="2d3d2e38f9c357bf" providerId="LiveId" clId="{89A268DB-4518-41DC-B1E4-35446A2DC78F}" dt="2026-10-02T16:23:00.646" v="385"/>
          <ac:spMkLst>
            <pc:docMk/>
            <pc:sldMk cId="2523674139" sldId="2768"/>
            <ac:spMk id="9" creationId="{40ADE7B3-947E-7624-EAA2-7BD216246076}"/>
          </ac:spMkLst>
        </pc:spChg>
        <pc:picChg chg="add mod">
          <ac:chgData name="Naga Mahadeva" userId="2d3d2e38f9c357bf" providerId="LiveId" clId="{89A268DB-4518-41DC-B1E4-35446A2DC78F}" dt="2026-10-02T16:30:32.511" v="401" actId="962"/>
          <ac:picMkLst>
            <pc:docMk/>
            <pc:sldMk cId="2523674139" sldId="2768"/>
            <ac:picMk id="3" creationId="{5A76E7C2-906F-162C-A8CC-41AC32D38514}"/>
          </ac:picMkLst>
        </pc:picChg>
        <pc:picChg chg="add del mod">
          <ac:chgData name="Naga Mahadeva" userId="2d3d2e38f9c357bf" providerId="LiveId" clId="{89A268DB-4518-41DC-B1E4-35446A2DC78F}" dt="2026-10-02T16:21:51.970" v="381" actId="478"/>
          <ac:picMkLst>
            <pc:docMk/>
            <pc:sldMk cId="2523674139" sldId="2768"/>
            <ac:picMk id="4" creationId="{515B3686-FAF4-CDCB-74B0-2D903B7B3852}"/>
          </ac:picMkLst>
        </pc:picChg>
      </pc:sldChg>
      <pc:sldChg chg="addSp delSp modSp mod">
        <pc:chgData name="Naga Mahadeva" userId="2d3d2e38f9c357bf" providerId="LiveId" clId="{89A268DB-4518-41DC-B1E4-35446A2DC78F}" dt="2026-10-02T16:43:54.016" v="415" actId="962"/>
        <pc:sldMkLst>
          <pc:docMk/>
          <pc:sldMk cId="501066885" sldId="2769"/>
        </pc:sldMkLst>
        <pc:spChg chg="mod">
          <ac:chgData name="Naga Mahadeva" userId="2d3d2e38f9c357bf" providerId="LiveId" clId="{89A268DB-4518-41DC-B1E4-35446A2DC78F}" dt="2026-10-02T16:41:13.775" v="408" actId="20577"/>
          <ac:spMkLst>
            <pc:docMk/>
            <pc:sldMk cId="501066885" sldId="2769"/>
            <ac:spMk id="7" creationId="{C78C6B7F-085C-9294-EFAC-03451D3A03E5}"/>
          </ac:spMkLst>
        </pc:spChg>
        <pc:spChg chg="mod">
          <ac:chgData name="Naga Mahadeva" userId="2d3d2e38f9c357bf" providerId="LiveId" clId="{89A268DB-4518-41DC-B1E4-35446A2DC78F}" dt="2026-10-02T16:40:15.143" v="402"/>
          <ac:spMkLst>
            <pc:docMk/>
            <pc:sldMk cId="501066885" sldId="2769"/>
            <ac:spMk id="9" creationId="{D9CB54BA-DE5C-EB6E-FBFE-20BF50F8B8CA}"/>
          </ac:spMkLst>
        </pc:spChg>
        <pc:picChg chg="add del mod">
          <ac:chgData name="Naga Mahadeva" userId="2d3d2e38f9c357bf" providerId="LiveId" clId="{89A268DB-4518-41DC-B1E4-35446A2DC78F}" dt="2026-10-02T16:40:18.264" v="403" actId="478"/>
          <ac:picMkLst>
            <pc:docMk/>
            <pc:sldMk cId="501066885" sldId="2769"/>
            <ac:picMk id="3" creationId="{79F10452-6AA6-ED9E-15BD-FC991155A867}"/>
          </ac:picMkLst>
        </pc:picChg>
        <pc:picChg chg="add del mod">
          <ac:chgData name="Naga Mahadeva" userId="2d3d2e38f9c357bf" providerId="LiveId" clId="{89A268DB-4518-41DC-B1E4-35446A2DC78F}" dt="2026-10-02T16:23:05.679" v="386" actId="478"/>
          <ac:picMkLst>
            <pc:docMk/>
            <pc:sldMk cId="501066885" sldId="2769"/>
            <ac:picMk id="4" creationId="{8B9A0917-8F82-C0BD-EB0C-AEAAFE1AF97C}"/>
          </ac:picMkLst>
        </pc:picChg>
        <pc:picChg chg="add mod">
          <ac:chgData name="Naga Mahadeva" userId="2d3d2e38f9c357bf" providerId="LiveId" clId="{89A268DB-4518-41DC-B1E4-35446A2DC78F}" dt="2026-10-02T16:43:54.016" v="415" actId="962"/>
          <ac:picMkLst>
            <pc:docMk/>
            <pc:sldMk cId="501066885" sldId="2769"/>
            <ac:picMk id="6" creationId="{FB308894-C7CB-5CBD-1C04-86ACA3B0EDD6}"/>
          </ac:picMkLst>
        </pc:picChg>
      </pc:sldChg>
      <pc:sldChg chg="addSp delSp modSp mod">
        <pc:chgData name="Naga Mahadeva" userId="2d3d2e38f9c357bf" providerId="LiveId" clId="{89A268DB-4518-41DC-B1E4-35446A2DC78F}" dt="2026-10-02T16:48:28.092" v="431" actId="1076"/>
        <pc:sldMkLst>
          <pc:docMk/>
          <pc:sldMk cId="1992267581" sldId="2770"/>
        </pc:sldMkLst>
        <pc:spChg chg="mod">
          <ac:chgData name="Naga Mahadeva" userId="2d3d2e38f9c357bf" providerId="LiveId" clId="{89A268DB-4518-41DC-B1E4-35446A2DC78F}" dt="2026-10-02T16:44:50.301" v="422"/>
          <ac:spMkLst>
            <pc:docMk/>
            <pc:sldMk cId="1992267581" sldId="2770"/>
            <ac:spMk id="7" creationId="{AB72A493-14A7-8A96-4441-F4832FBFAAE1}"/>
          </ac:spMkLst>
        </pc:spChg>
        <pc:spChg chg="mod">
          <ac:chgData name="Naga Mahadeva" userId="2d3d2e38f9c357bf" providerId="LiveId" clId="{89A268DB-4518-41DC-B1E4-35446A2DC78F}" dt="2026-10-02T16:44:15.643" v="417" actId="27636"/>
          <ac:spMkLst>
            <pc:docMk/>
            <pc:sldMk cId="1992267581" sldId="2770"/>
            <ac:spMk id="9" creationId="{75925430-0878-B328-D60C-3C46E3A35A8E}"/>
          </ac:spMkLst>
        </pc:spChg>
        <pc:picChg chg="add mod">
          <ac:chgData name="Naga Mahadeva" userId="2d3d2e38f9c357bf" providerId="LiveId" clId="{89A268DB-4518-41DC-B1E4-35446A2DC78F}" dt="2026-10-02T16:48:28.092" v="431" actId="1076"/>
          <ac:picMkLst>
            <pc:docMk/>
            <pc:sldMk cId="1992267581" sldId="2770"/>
            <ac:picMk id="3" creationId="{24FFEE08-D68B-49B6-2A72-1967E7F01808}"/>
          </ac:picMkLst>
        </pc:picChg>
        <pc:picChg chg="add del mod">
          <ac:chgData name="Naga Mahadeva" userId="2d3d2e38f9c357bf" providerId="LiveId" clId="{89A268DB-4518-41DC-B1E4-35446A2DC78F}" dt="2026-10-02T16:47:39.083" v="423" actId="478"/>
          <ac:picMkLst>
            <pc:docMk/>
            <pc:sldMk cId="1992267581" sldId="2770"/>
            <ac:picMk id="4" creationId="{7C3B9D37-9060-5D49-A233-1A5683C84CEB}"/>
          </ac:picMkLst>
        </pc:picChg>
      </pc:sldChg>
      <pc:sldChg chg="addSp delSp modSp mod">
        <pc:chgData name="Naga Mahadeva" userId="2d3d2e38f9c357bf" providerId="LiveId" clId="{89A268DB-4518-41DC-B1E4-35446A2DC78F}" dt="2026-10-02T16:52:00.713" v="447" actId="27614"/>
        <pc:sldMkLst>
          <pc:docMk/>
          <pc:sldMk cId="4290495646" sldId="2771"/>
        </pc:sldMkLst>
        <pc:spChg chg="mod">
          <ac:chgData name="Naga Mahadeva" userId="2d3d2e38f9c357bf" providerId="LiveId" clId="{89A268DB-4518-41DC-B1E4-35446A2DC78F}" dt="2026-10-02T16:50:20.191" v="433" actId="14100"/>
          <ac:spMkLst>
            <pc:docMk/>
            <pc:sldMk cId="4290495646" sldId="2771"/>
            <ac:spMk id="7" creationId="{F5A900BB-2082-BDB1-9B47-92E75EC284B1}"/>
          </ac:spMkLst>
        </pc:spChg>
        <pc:spChg chg="mod">
          <ac:chgData name="Naga Mahadeva" userId="2d3d2e38f9c357bf" providerId="LiveId" clId="{89A268DB-4518-41DC-B1E4-35446A2DC78F}" dt="2026-10-02T16:51:09.825" v="442" actId="20577"/>
          <ac:spMkLst>
            <pc:docMk/>
            <pc:sldMk cId="4290495646" sldId="2771"/>
            <ac:spMk id="8" creationId="{58190787-969A-0913-6F9F-5B1310FC9333}"/>
          </ac:spMkLst>
        </pc:spChg>
        <pc:picChg chg="add mod">
          <ac:chgData name="Naga Mahadeva" userId="2d3d2e38f9c357bf" providerId="LiveId" clId="{89A268DB-4518-41DC-B1E4-35446A2DC78F}" dt="2026-10-02T16:52:00.713" v="447" actId="27614"/>
          <ac:picMkLst>
            <pc:docMk/>
            <pc:sldMk cId="4290495646" sldId="2771"/>
            <ac:picMk id="3" creationId="{13255D86-4391-E9D4-FE46-493512A73D49}"/>
          </ac:picMkLst>
        </pc:picChg>
        <pc:picChg chg="add del mod">
          <ac:chgData name="Naga Mahadeva" userId="2d3d2e38f9c357bf" providerId="LiveId" clId="{89A268DB-4518-41DC-B1E4-35446A2DC78F}" dt="2026-10-02T16:50:21.497" v="434" actId="478"/>
          <ac:picMkLst>
            <pc:docMk/>
            <pc:sldMk cId="4290495646" sldId="2771"/>
            <ac:picMk id="4" creationId="{B2FB750B-15E2-FA01-BEA3-EAE2EE095572}"/>
          </ac:picMkLst>
        </pc:picChg>
      </pc:sldChg>
      <pc:sldChg chg="addSp delSp modSp mod">
        <pc:chgData name="Naga Mahadeva" userId="2d3d2e38f9c357bf" providerId="LiveId" clId="{89A268DB-4518-41DC-B1E4-35446A2DC78F}" dt="2026-10-02T16:55:56.843" v="466" actId="1076"/>
        <pc:sldMkLst>
          <pc:docMk/>
          <pc:sldMk cId="673386160" sldId="2772"/>
        </pc:sldMkLst>
        <pc:spChg chg="mod">
          <ac:chgData name="Naga Mahadeva" userId="2d3d2e38f9c357bf" providerId="LiveId" clId="{89A268DB-4518-41DC-B1E4-35446A2DC78F}" dt="2026-10-02T16:52:12.138" v="449" actId="14100"/>
          <ac:spMkLst>
            <pc:docMk/>
            <pc:sldMk cId="673386160" sldId="2772"/>
            <ac:spMk id="7" creationId="{5A729299-2ACE-58EE-C6A2-9612CF07C785}"/>
          </ac:spMkLst>
        </pc:spChg>
        <pc:spChg chg="mod">
          <ac:chgData name="Naga Mahadeva" userId="2d3d2e38f9c357bf" providerId="LiveId" clId="{89A268DB-4518-41DC-B1E4-35446A2DC78F}" dt="2026-10-02T16:53:37.462" v="457" actId="20577"/>
          <ac:spMkLst>
            <pc:docMk/>
            <pc:sldMk cId="673386160" sldId="2772"/>
            <ac:spMk id="8" creationId="{C7513FB3-E6AA-239A-7A9B-384CC113B573}"/>
          </ac:spMkLst>
        </pc:spChg>
        <pc:picChg chg="add mod">
          <ac:chgData name="Naga Mahadeva" userId="2d3d2e38f9c357bf" providerId="LiveId" clId="{89A268DB-4518-41DC-B1E4-35446A2DC78F}" dt="2026-10-02T16:55:56.843" v="466" actId="1076"/>
          <ac:picMkLst>
            <pc:docMk/>
            <pc:sldMk cId="673386160" sldId="2772"/>
            <ac:picMk id="3" creationId="{515299D5-71EE-0871-B25A-79278D47DF87}"/>
          </ac:picMkLst>
        </pc:picChg>
        <pc:picChg chg="add del mod">
          <ac:chgData name="Naga Mahadeva" userId="2d3d2e38f9c357bf" providerId="LiveId" clId="{89A268DB-4518-41DC-B1E4-35446A2DC78F}" dt="2026-10-02T16:52:13.919" v="450" actId="478"/>
          <ac:picMkLst>
            <pc:docMk/>
            <pc:sldMk cId="673386160" sldId="2772"/>
            <ac:picMk id="4" creationId="{E5A1DC70-6FFB-652C-5A48-BBC412D73DAA}"/>
          </ac:picMkLst>
        </pc:picChg>
      </pc:sldChg>
      <pc:sldChg chg="addSp delSp modSp mod">
        <pc:chgData name="Naga Mahadeva" userId="2d3d2e38f9c357bf" providerId="LiveId" clId="{89A268DB-4518-41DC-B1E4-35446A2DC78F}" dt="2026-10-02T17:34:40.343" v="479" actId="962"/>
        <pc:sldMkLst>
          <pc:docMk/>
          <pc:sldMk cId="185974604" sldId="2773"/>
        </pc:sldMkLst>
        <pc:spChg chg="mod">
          <ac:chgData name="Naga Mahadeva" userId="2d3d2e38f9c357bf" providerId="LiveId" clId="{89A268DB-4518-41DC-B1E4-35446A2DC78F}" dt="2026-10-02T16:56:17.479" v="467"/>
          <ac:spMkLst>
            <pc:docMk/>
            <pc:sldMk cId="185974604" sldId="2773"/>
            <ac:spMk id="7" creationId="{05E9BB1F-D11A-87CE-826B-6EC136FE52B4}"/>
          </ac:spMkLst>
        </pc:spChg>
        <pc:spChg chg="mod">
          <ac:chgData name="Naga Mahadeva" userId="2d3d2e38f9c357bf" providerId="LiveId" clId="{89A268DB-4518-41DC-B1E4-35446A2DC78F}" dt="2026-10-02T16:56:51.895" v="471"/>
          <ac:spMkLst>
            <pc:docMk/>
            <pc:sldMk cId="185974604" sldId="2773"/>
            <ac:spMk id="8" creationId="{5A15F547-5740-9FD8-A1BB-400740D9130A}"/>
          </ac:spMkLst>
        </pc:spChg>
        <pc:picChg chg="add mod">
          <ac:chgData name="Naga Mahadeva" userId="2d3d2e38f9c357bf" providerId="LiveId" clId="{89A268DB-4518-41DC-B1E4-35446A2DC78F}" dt="2026-10-02T17:34:40.343" v="479" actId="962"/>
          <ac:picMkLst>
            <pc:docMk/>
            <pc:sldMk cId="185974604" sldId="2773"/>
            <ac:picMk id="3" creationId="{6CCF3C10-C6A8-CFC4-9DC1-44C67013FBAE}"/>
          </ac:picMkLst>
        </pc:picChg>
        <pc:picChg chg="add del mod">
          <ac:chgData name="Naga Mahadeva" userId="2d3d2e38f9c357bf" providerId="LiveId" clId="{89A268DB-4518-41DC-B1E4-35446A2DC78F}" dt="2026-10-02T16:56:32.035" v="469" actId="478"/>
          <ac:picMkLst>
            <pc:docMk/>
            <pc:sldMk cId="185974604" sldId="2773"/>
            <ac:picMk id="4" creationId="{E9DAB218-8799-4173-FBE8-0EDDFAFFFBA1}"/>
          </ac:picMkLst>
        </pc:picChg>
      </pc:sldChg>
      <pc:sldChg chg="addSp delSp modSp mod">
        <pc:chgData name="Naga Mahadeva" userId="2d3d2e38f9c357bf" providerId="LiveId" clId="{89A268DB-4518-41DC-B1E4-35446A2DC78F}" dt="2026-10-02T17:58:21.549" v="492" actId="27614"/>
        <pc:sldMkLst>
          <pc:docMk/>
          <pc:sldMk cId="3324089155" sldId="2774"/>
        </pc:sldMkLst>
        <pc:spChg chg="mod">
          <ac:chgData name="Naga Mahadeva" userId="2d3d2e38f9c357bf" providerId="LiveId" clId="{89A268DB-4518-41DC-B1E4-35446A2DC78F}" dt="2026-10-02T17:35:01.993" v="480"/>
          <ac:spMkLst>
            <pc:docMk/>
            <pc:sldMk cId="3324089155" sldId="2774"/>
            <ac:spMk id="7" creationId="{BAB10154-5B1F-CDF6-8A0B-5907AA107CB2}"/>
          </ac:spMkLst>
        </pc:spChg>
        <pc:spChg chg="mod">
          <ac:chgData name="Naga Mahadeva" userId="2d3d2e38f9c357bf" providerId="LiveId" clId="{89A268DB-4518-41DC-B1E4-35446A2DC78F}" dt="2026-10-02T17:35:43.818" v="483"/>
          <ac:spMkLst>
            <pc:docMk/>
            <pc:sldMk cId="3324089155" sldId="2774"/>
            <ac:spMk id="8" creationId="{8556B45E-E369-FDDD-CF47-5215D36249D5}"/>
          </ac:spMkLst>
        </pc:spChg>
        <pc:picChg chg="add mod">
          <ac:chgData name="Naga Mahadeva" userId="2d3d2e38f9c357bf" providerId="LiveId" clId="{89A268DB-4518-41DC-B1E4-35446A2DC78F}" dt="2026-10-02T17:58:21.549" v="492" actId="27614"/>
          <ac:picMkLst>
            <pc:docMk/>
            <pc:sldMk cId="3324089155" sldId="2774"/>
            <ac:picMk id="3" creationId="{05944B1B-9E36-32B7-D74E-F5C8E348E5D0}"/>
          </ac:picMkLst>
        </pc:picChg>
        <pc:picChg chg="add del mod">
          <ac:chgData name="Naga Mahadeva" userId="2d3d2e38f9c357bf" providerId="LiveId" clId="{89A268DB-4518-41DC-B1E4-35446A2DC78F}" dt="2026-10-02T17:35:45.932" v="484" actId="478"/>
          <ac:picMkLst>
            <pc:docMk/>
            <pc:sldMk cId="3324089155" sldId="2774"/>
            <ac:picMk id="4" creationId="{939A4C00-4F5A-6A7C-32ED-799CD659755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2D05EE-1874-40CA-ACBB-AAFE8CEAEC56}" type="datetimeFigureOut">
              <a:t>10/2/2026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9B9498-FDEE-4498-AC3A-C83DFCC8A50A}" type="slidenum">
              <a:t>‹#›</a:t>
            </a:fld>
            <a:endParaRPr lang="en-US" dirty="0"/>
          </a:p>
        </p:txBody>
      </p:sp>
    </p:spTree>
    <p:extLst>
      <p:ext uri="{BB962C8B-B14F-4D97-AF65-F5344CB8AC3E}">
        <p14:creationId xmlns:p14="http://schemas.microsoft.com/office/powerpoint/2010/main" val="900776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965C32D-63EE-4133-9108-A2BD34E475D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7162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10/2/2026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611351099"/>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10/2/2026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2894100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10/2/2026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477205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834443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10/2/2026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661847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10/2/2026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477403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10/2/2026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293286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10/2/2026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09114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10/2/2026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296642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a:t>Click to edit Master title style</a:t>
            </a:r>
            <a:endParaRPr lang="en-US" dirty="0"/>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82816303"/>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Click to edit Master text styles</a:t>
            </a:r>
          </a:p>
          <a:p>
            <a:pPr marL="228600" marR="0" lvl="1"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Second level</a:t>
            </a:r>
          </a:p>
          <a:p>
            <a:pPr marL="228600" marR="0" lvl="2"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Third level</a:t>
            </a:r>
          </a:p>
          <a:p>
            <a:pPr marL="228600" marR="0" lvl="3"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Fourth level</a:t>
            </a:r>
          </a:p>
          <a:p>
            <a:pPr marL="228600" marR="0" lvl="4"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rgbClr val="131313"/>
                </a:solidFill>
                <a:effectLst/>
                <a:uLnTx/>
                <a:uFillTx/>
                <a:latin typeface="Neue Haas Grotesk Text Pro"/>
                <a:ea typeface="+mn-ea"/>
                <a:cs typeface="+mn-cs"/>
              </a:rPr>
              <a:t>Fifth level</a:t>
            </a:r>
            <a:endParaRPr kumimoji="0" lang="en-US" sz="1100" b="0" i="0" u="none" strike="noStrike" kern="1200" cap="none" spc="0" normalizeH="0" baseline="0" noProof="0" dirty="0">
              <a:ln>
                <a:noFill/>
              </a:ln>
              <a:solidFill>
                <a:srgbClr val="131313"/>
              </a:solidFill>
              <a:effectLst/>
              <a:uLnTx/>
              <a:uFillTx/>
              <a:latin typeface="Neue Haas Grotesk Text Pro"/>
              <a:ea typeface="+mn-ea"/>
              <a:cs typeface="+mn-cs"/>
            </a:endParaRP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831644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30317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64539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72960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24222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716629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84812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7025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55760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657172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404395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26015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78271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1236097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21362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559440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958866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1897144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697862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21811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670654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882095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683262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10/2/2026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174034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10/2/2026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17012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10/2/2026</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776793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10/2/2026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536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10/2/2026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91453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10/2/2026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88597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10/2/2026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6902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10/2/2026</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46691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92609295"/>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10/2/2026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9387180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10/2/2026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06640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10/2/2026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183467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10/2/2026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2146388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10/2/2026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1317099004"/>
      </p:ext>
    </p:extLst>
  </p:cSld>
  <p:clrMap bg1="lt1" tx1="dk1" bg2="lt2" tx2="dk2" accent1="accent1" accent2="accent2" accent3="accent3" accent4="accent4" accent5="accent5" accent6="accent6" hlink="hlink" folHlink="folHlink"/>
  <p:sldLayoutIdLst>
    <p:sldLayoutId id="2147483685" r:id="rId1"/>
    <p:sldLayoutId id="2147483687" r:id="rId2"/>
    <p:sldLayoutId id="2147483740" r:id="rId3"/>
    <p:sldLayoutId id="2147483686"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 id="2147483733" r:id="rId42"/>
    <p:sldLayoutId id="2147483734" r:id="rId43"/>
    <p:sldLayoutId id="2147483735" r:id="rId44"/>
    <p:sldLayoutId id="2147483736" r:id="rId45"/>
    <p:sldLayoutId id="2147483737"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604D864-A6BD-C75F-9B88-BAB58775ABDD}"/>
              </a:ext>
            </a:extLst>
          </p:cNvPr>
          <p:cNvSpPr>
            <a:spLocks noGrp="1"/>
          </p:cNvSpPr>
          <p:nvPr>
            <p:ph type="subTitle" idx="1"/>
          </p:nvPr>
        </p:nvSpPr>
        <p:spPr>
          <a:xfrm>
            <a:off x="955482" y="1025718"/>
            <a:ext cx="10742212" cy="3450866"/>
          </a:xfrm>
        </p:spPr>
        <p:txBody>
          <a:bodyPr anchor="t">
            <a:noAutofit/>
          </a:bodyPr>
          <a:lstStyle/>
          <a:p>
            <a:r>
              <a:rPr lang="en-IN" sz="6000" dirty="0"/>
              <a:t>Amazon Managed Streaming, Apache Flink &amp; Amazon MSK</a:t>
            </a:r>
            <a:endParaRPr lang="en-US" sz="6000" dirty="0"/>
          </a:p>
        </p:txBody>
      </p:sp>
      <p:sp>
        <p:nvSpPr>
          <p:cNvPr id="7" name="TextBox 6">
            <a:extLst>
              <a:ext uri="{FF2B5EF4-FFF2-40B4-BE49-F238E27FC236}">
                <a16:creationId xmlns:a16="http://schemas.microsoft.com/office/drawing/2014/main" id="{396580F1-5F2C-1782-40E0-83E80CDC0535}"/>
              </a:ext>
            </a:extLst>
          </p:cNvPr>
          <p:cNvSpPr txBox="1"/>
          <p:nvPr/>
        </p:nvSpPr>
        <p:spPr>
          <a:xfrm>
            <a:off x="3755496" y="4222162"/>
            <a:ext cx="7217304" cy="830997"/>
          </a:xfrm>
          <a:prstGeom prst="rect">
            <a:avLst/>
          </a:prstGeom>
          <a:noFill/>
        </p:spPr>
        <p:txBody>
          <a:bodyPr wrap="square" rtlCol="0">
            <a:spAutoFit/>
          </a:bodyPr>
          <a:lstStyle/>
          <a:p>
            <a:pPr marL="285750" indent="-285750">
              <a:buFont typeface="Arial" panose="020B0604020202020204" pitchFamily="34" charset="0"/>
              <a:buChar char="•"/>
            </a:pPr>
            <a:r>
              <a:rPr lang="en-IN" sz="2400" dirty="0">
                <a:solidFill>
                  <a:schemeClr val="bg2"/>
                </a:solidFill>
              </a:rPr>
              <a:t>Presented by : Praveen</a:t>
            </a:r>
          </a:p>
          <a:p>
            <a:pPr marL="285750" indent="-285750">
              <a:buFont typeface="Arial" panose="020B0604020202020204" pitchFamily="34" charset="0"/>
              <a:buChar char="•"/>
            </a:pPr>
            <a:r>
              <a:rPr lang="en-IN" sz="2400" dirty="0">
                <a:solidFill>
                  <a:schemeClr val="bg2"/>
                </a:solidFill>
              </a:rPr>
              <a:t>Faculty Advisor : Dr. Victor </a:t>
            </a:r>
            <a:r>
              <a:rPr lang="en-IN" sz="2400" dirty="0" err="1">
                <a:solidFill>
                  <a:schemeClr val="bg2"/>
                </a:solidFill>
              </a:rPr>
              <a:t>Govindaswamy</a:t>
            </a:r>
            <a:endParaRPr lang="en-IN" sz="2400" dirty="0">
              <a:solidFill>
                <a:schemeClr val="bg2"/>
              </a:solidFill>
            </a:endParaRPr>
          </a:p>
        </p:txBody>
      </p:sp>
    </p:spTree>
    <p:extLst>
      <p:ext uri="{BB962C8B-B14F-4D97-AF65-F5344CB8AC3E}">
        <p14:creationId xmlns:p14="http://schemas.microsoft.com/office/powerpoint/2010/main" val="4182614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28F859CA-7C72-396B-A011-01E1A52FC6AE}"/>
              </a:ext>
            </a:extLst>
          </p:cNvPr>
          <p:cNvSpPr>
            <a:spLocks noGrp="1"/>
          </p:cNvSpPr>
          <p:nvPr>
            <p:ph type="title"/>
          </p:nvPr>
        </p:nvSpPr>
        <p:spPr>
          <a:xfrm>
            <a:off x="0" y="237388"/>
            <a:ext cx="12192000" cy="1292660"/>
          </a:xfrm>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4000" dirty="0"/>
              <a:t>Amazon Managed Streaming, Apache Flink &amp; Amazon MSK</a:t>
            </a:r>
          </a:p>
        </p:txBody>
      </p:sp>
      <p:sp>
        <p:nvSpPr>
          <p:cNvPr id="9" name="TextBox 8">
            <a:extLst>
              <a:ext uri="{FF2B5EF4-FFF2-40B4-BE49-F238E27FC236}">
                <a16:creationId xmlns:a16="http://schemas.microsoft.com/office/drawing/2014/main" id="{40ADE7B3-947E-7624-EAA2-7BD216246076}"/>
              </a:ext>
            </a:extLst>
          </p:cNvPr>
          <p:cNvSpPr txBox="1"/>
          <p:nvPr/>
        </p:nvSpPr>
        <p:spPr>
          <a:xfrm>
            <a:off x="1103864" y="1530048"/>
            <a:ext cx="8119649" cy="4247317"/>
          </a:xfrm>
          <a:prstGeom prst="rect">
            <a:avLst/>
          </a:prstGeom>
          <a:noFill/>
        </p:spPr>
        <p:txBody>
          <a:bodyPr wrap="square" rtlCol="0">
            <a:spAutoFit/>
          </a:bodyPr>
          <a:lstStyle/>
          <a:p>
            <a:r>
              <a:rPr lang="en-IN" b="1" dirty="0"/>
              <a:t>Main Course Topics Covered</a:t>
            </a:r>
          </a:p>
          <a:p>
            <a:pPr marL="285750" indent="-285750">
              <a:buFont typeface="Wingdings" panose="05000000000000000000" pitchFamily="2" charset="2"/>
              <a:buChar char="Ø"/>
            </a:pPr>
            <a:endParaRPr lang="en-IN" b="1" dirty="0"/>
          </a:p>
          <a:p>
            <a:pPr marL="285750" lvl="0" indent="-285750">
              <a:buFont typeface="Wingdings" panose="05000000000000000000" pitchFamily="2" charset="2"/>
              <a:buChar char="Ø"/>
            </a:pPr>
            <a:r>
              <a:rPr lang="en-IN" dirty="0"/>
              <a:t>Amazon Managed Service for Apache Flink </a:t>
            </a:r>
          </a:p>
          <a:p>
            <a:pPr marL="285750" lvl="0" indent="-285750">
              <a:buFont typeface="Wingdings" panose="05000000000000000000" pitchFamily="2" charset="2"/>
              <a:buChar char="Ø"/>
            </a:pPr>
            <a:r>
              <a:rPr lang="en-IN" dirty="0"/>
              <a:t>Apache Flink Hands-On </a:t>
            </a:r>
          </a:p>
          <a:p>
            <a:pPr marL="285750" lvl="0" indent="-285750">
              <a:buFont typeface="Wingdings" panose="05000000000000000000" pitchFamily="2" charset="2"/>
              <a:buChar char="Ø"/>
            </a:pPr>
            <a:r>
              <a:rPr lang="en-IN" dirty="0"/>
              <a:t>Kinesis Analytics </a:t>
            </a:r>
          </a:p>
          <a:p>
            <a:pPr marL="285750" lvl="0" indent="-285750">
              <a:buFont typeface="Wingdings" panose="05000000000000000000" pitchFamily="2" charset="2"/>
              <a:buChar char="Ø"/>
            </a:pPr>
            <a:r>
              <a:rPr lang="en-IN" dirty="0"/>
              <a:t>Amazon MSK </a:t>
            </a:r>
          </a:p>
          <a:p>
            <a:pPr marL="285750" lvl="0" indent="-285750">
              <a:buFont typeface="Wingdings" panose="05000000000000000000" pitchFamily="2" charset="2"/>
              <a:buChar char="Ø"/>
            </a:pPr>
            <a:r>
              <a:rPr lang="en-IN" dirty="0"/>
              <a:t>MSK Connect </a:t>
            </a:r>
          </a:p>
          <a:p>
            <a:pPr marL="285750" lvl="0" indent="-285750">
              <a:buFont typeface="Wingdings" panose="05000000000000000000" pitchFamily="2" charset="2"/>
              <a:buChar char="Ø"/>
            </a:pPr>
            <a:r>
              <a:rPr lang="en-IN" dirty="0"/>
              <a:t>MSK Serverless </a:t>
            </a:r>
          </a:p>
          <a:p>
            <a:pPr marL="285750" lvl="0" indent="-285750">
              <a:buFont typeface="Wingdings" panose="05000000000000000000" pitchFamily="2" charset="2"/>
              <a:buChar char="Ø"/>
            </a:pPr>
            <a:r>
              <a:rPr lang="en-IN" dirty="0"/>
              <a:t>Kinesis vs. MSK</a:t>
            </a:r>
          </a:p>
          <a:p>
            <a:pPr lvl="0"/>
            <a:endParaRPr lang="en-IN" dirty="0"/>
          </a:p>
          <a:p>
            <a:r>
              <a:rPr lang="en-IN" dirty="0"/>
              <a:t>This presentation introduces AWS streaming technologies used for processing and </a:t>
            </a:r>
            <a:r>
              <a:rPr lang="en-IN" dirty="0" err="1"/>
              <a:t>analyzing</a:t>
            </a:r>
            <a:r>
              <a:rPr lang="en-IN" dirty="0"/>
              <a:t> real-time data. It covers Amazon Managed Service for Apache Flink and Amazon MSK, including MSK Connect, MSK Serverless, and the differences between Amazon Kinesis and Amazon MSK.</a:t>
            </a:r>
          </a:p>
        </p:txBody>
      </p:sp>
      <p:pic>
        <p:nvPicPr>
          <p:cNvPr id="3" name="Picture 2" descr="The diagram illustrates a multi-layered AWS Real-Time Data Streaming Architecture involving services like Kinesis, Apache Flink, S3, Redshift, OpenSearch, and Kafka, demonstrating a workflow for data ingestion, streaming, processing, storage, analytics, and real-time insights.&#10;&#10;AI-generated content may be incorrect.">
            <a:extLst>
              <a:ext uri="{FF2B5EF4-FFF2-40B4-BE49-F238E27FC236}">
                <a16:creationId xmlns:a16="http://schemas.microsoft.com/office/drawing/2014/main" id="{5A76E7C2-906F-162C-A8CC-41AC32D38514}"/>
              </a:ext>
            </a:extLst>
          </p:cNvPr>
          <p:cNvPicPr>
            <a:picLocks noChangeAspect="1"/>
          </p:cNvPicPr>
          <p:nvPr/>
        </p:nvPicPr>
        <p:blipFill>
          <a:blip r:embed="rId2"/>
          <a:stretch>
            <a:fillRect/>
          </a:stretch>
        </p:blipFill>
        <p:spPr>
          <a:xfrm>
            <a:off x="6615485" y="1868556"/>
            <a:ext cx="4911131" cy="2186609"/>
          </a:xfrm>
          <a:prstGeom prst="rect">
            <a:avLst/>
          </a:prstGeom>
        </p:spPr>
      </p:pic>
    </p:spTree>
    <p:extLst>
      <p:ext uri="{BB962C8B-B14F-4D97-AF65-F5344CB8AC3E}">
        <p14:creationId xmlns:p14="http://schemas.microsoft.com/office/powerpoint/2010/main" val="2523674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78C6B7F-085C-9294-EFAC-03451D3A03E5}"/>
              </a:ext>
            </a:extLst>
          </p:cNvPr>
          <p:cNvSpPr txBox="1"/>
          <p:nvPr/>
        </p:nvSpPr>
        <p:spPr>
          <a:xfrm>
            <a:off x="1103864" y="1530048"/>
            <a:ext cx="8119649" cy="3693319"/>
          </a:xfrm>
          <a:prstGeom prst="rect">
            <a:avLst/>
          </a:prstGeom>
          <a:noFill/>
        </p:spPr>
        <p:txBody>
          <a:bodyPr wrap="square" rtlCol="0">
            <a:spAutoFit/>
          </a:bodyPr>
          <a:lstStyle/>
          <a:p>
            <a:r>
              <a:rPr lang="en-US" b="1" dirty="0"/>
              <a:t>Main Features</a:t>
            </a:r>
          </a:p>
          <a:p>
            <a:endParaRPr lang="en-US" b="1" dirty="0"/>
          </a:p>
          <a:p>
            <a:pPr marL="285750" lvl="0" indent="-285750">
              <a:buFont typeface="Wingdings" panose="05000000000000000000" pitchFamily="2" charset="2"/>
              <a:buChar char="Ø"/>
            </a:pPr>
            <a:r>
              <a:rPr lang="en-IN" dirty="0"/>
              <a:t>Managed Apache Flink service </a:t>
            </a:r>
          </a:p>
          <a:p>
            <a:pPr marL="285750" lvl="0" indent="-285750">
              <a:buFont typeface="Wingdings" panose="05000000000000000000" pitchFamily="2" charset="2"/>
              <a:buChar char="Ø"/>
            </a:pPr>
            <a:r>
              <a:rPr lang="en-IN" dirty="0"/>
              <a:t>Real-time data processing </a:t>
            </a:r>
          </a:p>
          <a:p>
            <a:pPr marL="285750" lvl="0" indent="-285750">
              <a:buFont typeface="Wingdings" panose="05000000000000000000" pitchFamily="2" charset="2"/>
              <a:buChar char="Ø"/>
            </a:pPr>
            <a:r>
              <a:rPr lang="en-IN" dirty="0"/>
              <a:t>Stream analytics </a:t>
            </a:r>
          </a:p>
          <a:p>
            <a:pPr marL="285750" lvl="0" indent="-285750">
              <a:buFont typeface="Wingdings" panose="05000000000000000000" pitchFamily="2" charset="2"/>
              <a:buChar char="Ø"/>
            </a:pPr>
            <a:r>
              <a:rPr lang="en-IN" dirty="0"/>
              <a:t>Continuous data processing </a:t>
            </a:r>
          </a:p>
          <a:p>
            <a:pPr marL="285750" lvl="0" indent="-285750">
              <a:buFont typeface="Wingdings" panose="05000000000000000000" pitchFamily="2" charset="2"/>
              <a:buChar char="Ø"/>
            </a:pPr>
            <a:r>
              <a:rPr lang="en-IN" dirty="0"/>
              <a:t>AWS managed infrastructure</a:t>
            </a:r>
          </a:p>
          <a:p>
            <a:pPr marL="342900" indent="-342900">
              <a:buFont typeface="Wingdings" panose="05000000000000000000" pitchFamily="2" charset="2"/>
              <a:buChar char="Ø"/>
            </a:pPr>
            <a:endParaRPr lang="en-US" dirty="0"/>
          </a:p>
          <a:p>
            <a:r>
              <a:rPr lang="en-US" b="1" dirty="0"/>
              <a:t>Description</a:t>
            </a:r>
          </a:p>
          <a:p>
            <a:r>
              <a:rPr lang="en-IN" dirty="0"/>
              <a:t>Amazon Managed Service for Apache Flink allows applications to process and </a:t>
            </a:r>
            <a:r>
              <a:rPr lang="en-IN" dirty="0" err="1"/>
              <a:t>analyze</a:t>
            </a:r>
            <a:r>
              <a:rPr lang="en-IN" dirty="0"/>
              <a:t> streaming data in real time using Apache Flink. The managed service helps developers work with streaming applications without managing the underlying infrastructure themselves.</a:t>
            </a:r>
          </a:p>
        </p:txBody>
      </p:sp>
      <p:sp>
        <p:nvSpPr>
          <p:cNvPr id="9" name="Title 1">
            <a:extLst>
              <a:ext uri="{FF2B5EF4-FFF2-40B4-BE49-F238E27FC236}">
                <a16:creationId xmlns:a16="http://schemas.microsoft.com/office/drawing/2014/main" id="{D9CB54BA-DE5C-EB6E-FBFE-20BF50F8B8CA}"/>
              </a:ext>
            </a:extLst>
          </p:cNvPr>
          <p:cNvSpPr>
            <a:spLocks noGrp="1"/>
          </p:cNvSpPr>
          <p:nvPr>
            <p:ph type="title"/>
          </p:nvPr>
        </p:nvSpPr>
        <p:spPr>
          <a:xfrm>
            <a:off x="0" y="237388"/>
            <a:ext cx="12192000" cy="573646"/>
          </a:xfrm>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3200" dirty="0"/>
              <a:t>Amazon Managed Service for Apache Flink</a:t>
            </a:r>
          </a:p>
        </p:txBody>
      </p:sp>
      <p:pic>
        <p:nvPicPr>
          <p:cNvPr id="6" name="Picture 5" descr="The diagram illustrates a network diagram for Apache Flink on AWS, showing various services like Kinesis, DynamoDB, S3, and OpenSearch, and highlighting features such as real-time streaming, stateful processing, and dashboard integration.&#10;&#10;AI-generated content may be incorrect.">
            <a:extLst>
              <a:ext uri="{FF2B5EF4-FFF2-40B4-BE49-F238E27FC236}">
                <a16:creationId xmlns:a16="http://schemas.microsoft.com/office/drawing/2014/main" id="{FB308894-C7CB-5CBD-1C04-86ACA3B0EDD6}"/>
              </a:ext>
            </a:extLst>
          </p:cNvPr>
          <p:cNvPicPr>
            <a:picLocks noChangeAspect="1"/>
          </p:cNvPicPr>
          <p:nvPr/>
        </p:nvPicPr>
        <p:blipFill>
          <a:blip r:embed="rId2"/>
          <a:stretch>
            <a:fillRect/>
          </a:stretch>
        </p:blipFill>
        <p:spPr>
          <a:xfrm>
            <a:off x="5915771" y="949894"/>
            <a:ext cx="5247861" cy="2811074"/>
          </a:xfrm>
          <a:prstGeom prst="rect">
            <a:avLst/>
          </a:prstGeom>
        </p:spPr>
      </p:pic>
    </p:spTree>
    <p:extLst>
      <p:ext uri="{BB962C8B-B14F-4D97-AF65-F5344CB8AC3E}">
        <p14:creationId xmlns:p14="http://schemas.microsoft.com/office/powerpoint/2010/main" val="501066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B72A493-14A7-8A96-4441-F4832FBFAAE1}"/>
              </a:ext>
            </a:extLst>
          </p:cNvPr>
          <p:cNvSpPr txBox="1"/>
          <p:nvPr/>
        </p:nvSpPr>
        <p:spPr>
          <a:xfrm>
            <a:off x="1103864" y="1530048"/>
            <a:ext cx="8119649" cy="3970318"/>
          </a:xfrm>
          <a:prstGeom prst="rect">
            <a:avLst/>
          </a:prstGeom>
          <a:noFill/>
        </p:spPr>
        <p:txBody>
          <a:bodyPr wrap="square" rtlCol="0">
            <a:spAutoFit/>
          </a:bodyPr>
          <a:lstStyle/>
          <a:p>
            <a:r>
              <a:rPr lang="en-IN" b="1" dirty="0"/>
              <a:t>Core Components</a:t>
            </a:r>
          </a:p>
          <a:p>
            <a:pPr marL="285750" indent="-285750">
              <a:buFont typeface="Wingdings" panose="05000000000000000000" pitchFamily="2" charset="2"/>
              <a:buChar char="Ø"/>
            </a:pPr>
            <a:endParaRPr lang="en-IN" b="1" dirty="0"/>
          </a:p>
          <a:p>
            <a:pPr marL="285750" lvl="0" indent="-285750">
              <a:buFont typeface="Wingdings" panose="05000000000000000000" pitchFamily="2" charset="2"/>
              <a:buChar char="Ø"/>
            </a:pPr>
            <a:r>
              <a:rPr lang="en-IN" dirty="0"/>
              <a:t>Real-time processing </a:t>
            </a:r>
          </a:p>
          <a:p>
            <a:pPr marL="285750" lvl="0" indent="-285750">
              <a:buFont typeface="Wingdings" panose="05000000000000000000" pitchFamily="2" charset="2"/>
              <a:buChar char="Ø"/>
            </a:pPr>
            <a:r>
              <a:rPr lang="en-IN" dirty="0"/>
              <a:t>Streaming analytics </a:t>
            </a:r>
          </a:p>
          <a:p>
            <a:pPr marL="285750" lvl="0" indent="-285750">
              <a:buFont typeface="Wingdings" panose="05000000000000000000" pitchFamily="2" charset="2"/>
              <a:buChar char="Ø"/>
            </a:pPr>
            <a:r>
              <a:rPr lang="en-IN" dirty="0"/>
              <a:t>Continuous computation </a:t>
            </a:r>
          </a:p>
          <a:p>
            <a:pPr marL="285750" lvl="0" indent="-285750">
              <a:buFont typeface="Wingdings" panose="05000000000000000000" pitchFamily="2" charset="2"/>
              <a:buChar char="Ø"/>
            </a:pPr>
            <a:r>
              <a:rPr lang="en-IN" dirty="0"/>
              <a:t>Event processing </a:t>
            </a:r>
          </a:p>
          <a:p>
            <a:pPr marL="285750" lvl="0" indent="-285750">
              <a:buFont typeface="Wingdings" panose="05000000000000000000" pitchFamily="2" charset="2"/>
              <a:buChar char="Ø"/>
            </a:pPr>
            <a:r>
              <a:rPr lang="en-IN" dirty="0"/>
              <a:t>Data streams</a:t>
            </a:r>
          </a:p>
          <a:p>
            <a:pPr marL="285750" indent="-285750">
              <a:buFont typeface="Wingdings" panose="05000000000000000000" pitchFamily="2" charset="2"/>
              <a:buChar char="Ø"/>
            </a:pPr>
            <a:endParaRPr lang="en-IN" dirty="0"/>
          </a:p>
          <a:p>
            <a:r>
              <a:rPr lang="en-IN" b="1" dirty="0"/>
              <a:t>Description</a:t>
            </a:r>
          </a:p>
          <a:p>
            <a:endParaRPr lang="en-IN" b="1" dirty="0"/>
          </a:p>
          <a:p>
            <a:r>
              <a:rPr lang="en-IN" dirty="0"/>
              <a:t>Apache Flink is a stream-processing technology designed to process continuously generated data. It can </a:t>
            </a:r>
            <a:r>
              <a:rPr lang="en-IN" dirty="0" err="1"/>
              <a:t>analyze</a:t>
            </a:r>
            <a:r>
              <a:rPr lang="en-IN" dirty="0"/>
              <a:t> incoming events and perform computations as data is received, making it useful for real-time analytics applications.</a:t>
            </a:r>
          </a:p>
        </p:txBody>
      </p:sp>
      <p:sp>
        <p:nvSpPr>
          <p:cNvPr id="9" name="Title 1">
            <a:extLst>
              <a:ext uri="{FF2B5EF4-FFF2-40B4-BE49-F238E27FC236}">
                <a16:creationId xmlns:a16="http://schemas.microsoft.com/office/drawing/2014/main" id="{75925430-0878-B328-D60C-3C46E3A35A8E}"/>
              </a:ext>
            </a:extLst>
          </p:cNvPr>
          <p:cNvSpPr>
            <a:spLocks noGrp="1"/>
          </p:cNvSpPr>
          <p:nvPr>
            <p:ph type="title"/>
          </p:nvPr>
        </p:nvSpPr>
        <p:spPr>
          <a:xfrm>
            <a:off x="0" y="237388"/>
            <a:ext cx="12192000" cy="968644"/>
          </a:xfrm>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4000" dirty="0"/>
              <a:t>Apache Flink for Stream Processing</a:t>
            </a:r>
          </a:p>
        </p:txBody>
      </p:sp>
      <p:pic>
        <p:nvPicPr>
          <p:cNvPr id="3" name="Picture 2" descr="The image illustrates a data processing pipeline for a pizza delivery app, showing how user IDs are keyed by Kafka, partitioned, and distributed to a Postgres database, with intermediate steps involving JDBC and window operations.&#10;&#10;AI-generated content may be incorrect.">
            <a:extLst>
              <a:ext uri="{FF2B5EF4-FFF2-40B4-BE49-F238E27FC236}">
                <a16:creationId xmlns:a16="http://schemas.microsoft.com/office/drawing/2014/main" id="{24FFEE08-D68B-49B6-2A72-1967E7F01808}"/>
              </a:ext>
            </a:extLst>
          </p:cNvPr>
          <p:cNvPicPr>
            <a:picLocks noChangeAspect="1"/>
          </p:cNvPicPr>
          <p:nvPr/>
        </p:nvPicPr>
        <p:blipFill>
          <a:blip r:embed="rId2"/>
          <a:stretch>
            <a:fillRect/>
          </a:stretch>
        </p:blipFill>
        <p:spPr>
          <a:xfrm>
            <a:off x="4802589" y="1357634"/>
            <a:ext cx="5327374" cy="2695492"/>
          </a:xfrm>
          <a:prstGeom prst="rect">
            <a:avLst/>
          </a:prstGeom>
        </p:spPr>
      </p:pic>
    </p:spTree>
    <p:extLst>
      <p:ext uri="{BB962C8B-B14F-4D97-AF65-F5344CB8AC3E}">
        <p14:creationId xmlns:p14="http://schemas.microsoft.com/office/powerpoint/2010/main" val="1992267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5A900BB-2082-BDB1-9B47-92E75EC284B1}"/>
              </a:ext>
            </a:extLst>
          </p:cNvPr>
          <p:cNvSpPr>
            <a:spLocks noGrp="1"/>
          </p:cNvSpPr>
          <p:nvPr>
            <p:ph type="title"/>
          </p:nvPr>
        </p:nvSpPr>
        <p:spPr>
          <a:xfrm>
            <a:off x="0" y="237388"/>
            <a:ext cx="12192000" cy="947356"/>
          </a:xfrm>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Managed Service for Apache Flink – Hands-On</a:t>
            </a:r>
          </a:p>
        </p:txBody>
      </p:sp>
      <p:sp>
        <p:nvSpPr>
          <p:cNvPr id="8" name="TextBox 7">
            <a:extLst>
              <a:ext uri="{FF2B5EF4-FFF2-40B4-BE49-F238E27FC236}">
                <a16:creationId xmlns:a16="http://schemas.microsoft.com/office/drawing/2014/main" id="{58190787-969A-0913-6F9F-5B1310FC9333}"/>
              </a:ext>
            </a:extLst>
          </p:cNvPr>
          <p:cNvSpPr txBox="1"/>
          <p:nvPr/>
        </p:nvSpPr>
        <p:spPr>
          <a:xfrm>
            <a:off x="1103864" y="1530048"/>
            <a:ext cx="8119649" cy="3416320"/>
          </a:xfrm>
          <a:prstGeom prst="rect">
            <a:avLst/>
          </a:prstGeom>
          <a:noFill/>
        </p:spPr>
        <p:txBody>
          <a:bodyPr wrap="square" rtlCol="0">
            <a:spAutoFit/>
          </a:bodyPr>
          <a:lstStyle/>
          <a:p>
            <a:r>
              <a:rPr lang="en-IN" b="1" dirty="0"/>
              <a:t>Important Features</a:t>
            </a:r>
          </a:p>
          <a:p>
            <a:endParaRPr lang="en-IN" b="1" dirty="0"/>
          </a:p>
          <a:p>
            <a:pPr marL="285750" lvl="0" indent="-285750">
              <a:buFont typeface="Wingdings" panose="05000000000000000000" pitchFamily="2" charset="2"/>
              <a:buChar char="Ø"/>
            </a:pPr>
            <a:r>
              <a:rPr lang="en-IN" dirty="0"/>
              <a:t>Hands-on experience </a:t>
            </a:r>
          </a:p>
          <a:p>
            <a:pPr marL="285750" lvl="0" indent="-285750">
              <a:buFont typeface="Wingdings" panose="05000000000000000000" pitchFamily="2" charset="2"/>
              <a:buChar char="Ø"/>
            </a:pPr>
            <a:r>
              <a:rPr lang="en-IN" dirty="0"/>
              <a:t>Streaming application </a:t>
            </a:r>
          </a:p>
          <a:p>
            <a:pPr marL="285750" lvl="0" indent="-285750">
              <a:buFont typeface="Wingdings" panose="05000000000000000000" pitchFamily="2" charset="2"/>
              <a:buChar char="Ø"/>
            </a:pPr>
            <a:r>
              <a:rPr lang="en-IN" dirty="0"/>
              <a:t>Real-time processing </a:t>
            </a:r>
          </a:p>
          <a:p>
            <a:pPr marL="285750" lvl="0" indent="-285750">
              <a:buFont typeface="Wingdings" panose="05000000000000000000" pitchFamily="2" charset="2"/>
              <a:buChar char="Ø"/>
            </a:pPr>
            <a:r>
              <a:rPr lang="en-IN" dirty="0"/>
              <a:t>Flink configuration </a:t>
            </a:r>
          </a:p>
          <a:p>
            <a:pPr marL="285750" lvl="0" indent="-285750">
              <a:buFont typeface="Wingdings" panose="05000000000000000000" pitchFamily="2" charset="2"/>
              <a:buChar char="Ø"/>
            </a:pPr>
            <a:r>
              <a:rPr lang="en-IN" dirty="0"/>
              <a:t>Data analysis</a:t>
            </a:r>
          </a:p>
          <a:p>
            <a:endParaRPr lang="en-IN" dirty="0"/>
          </a:p>
          <a:p>
            <a:r>
              <a:rPr lang="en-IN" b="1" dirty="0"/>
              <a:t>Description</a:t>
            </a:r>
          </a:p>
          <a:p>
            <a:r>
              <a:rPr lang="en-IN" dirty="0"/>
              <a:t>The hands-on lesson provides practical experience with Amazon Managed Service for Apache Flink. It demonstrates how streaming data can be processed and </a:t>
            </a:r>
            <a:r>
              <a:rPr lang="en-IN" dirty="0" err="1"/>
              <a:t>analyzed</a:t>
            </a:r>
            <a:r>
              <a:rPr lang="en-IN" dirty="0"/>
              <a:t> using a managed AWS environment.</a:t>
            </a:r>
          </a:p>
        </p:txBody>
      </p:sp>
      <p:pic>
        <p:nvPicPr>
          <p:cNvPr id="3" name="Picture 2" descr="bookstores&#10;&#10;AI-generated content may be incorrect.">
            <a:extLst>
              <a:ext uri="{FF2B5EF4-FFF2-40B4-BE49-F238E27FC236}">
                <a16:creationId xmlns:a16="http://schemas.microsoft.com/office/drawing/2014/main" id="{13255D86-4391-E9D4-FE46-493512A73D49}"/>
              </a:ext>
            </a:extLst>
          </p:cNvPr>
          <p:cNvPicPr>
            <a:picLocks noChangeAspect="1"/>
          </p:cNvPicPr>
          <p:nvPr/>
        </p:nvPicPr>
        <p:blipFill>
          <a:blip r:embed="rId2"/>
          <a:stretch>
            <a:fillRect/>
          </a:stretch>
        </p:blipFill>
        <p:spPr>
          <a:xfrm>
            <a:off x="5224007" y="1530048"/>
            <a:ext cx="4590514" cy="2163487"/>
          </a:xfrm>
          <a:prstGeom prst="rect">
            <a:avLst/>
          </a:prstGeom>
        </p:spPr>
      </p:pic>
    </p:spTree>
    <p:extLst>
      <p:ext uri="{BB962C8B-B14F-4D97-AF65-F5344CB8AC3E}">
        <p14:creationId xmlns:p14="http://schemas.microsoft.com/office/powerpoint/2010/main" val="4290495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A729299-2ACE-58EE-C6A2-9612CF07C785}"/>
              </a:ext>
            </a:extLst>
          </p:cNvPr>
          <p:cNvSpPr>
            <a:spLocks noGrp="1"/>
          </p:cNvSpPr>
          <p:nvPr>
            <p:ph type="title"/>
          </p:nvPr>
        </p:nvSpPr>
        <p:spPr>
          <a:xfrm>
            <a:off x="0" y="237388"/>
            <a:ext cx="12192000" cy="1018918"/>
          </a:xfrm>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Kinesis Analytics Costs and RANDOM_CUT_FOREST</a:t>
            </a:r>
          </a:p>
        </p:txBody>
      </p:sp>
      <p:sp>
        <p:nvSpPr>
          <p:cNvPr id="8" name="TextBox 7">
            <a:extLst>
              <a:ext uri="{FF2B5EF4-FFF2-40B4-BE49-F238E27FC236}">
                <a16:creationId xmlns:a16="http://schemas.microsoft.com/office/drawing/2014/main" id="{C7513FB3-E6AA-239A-7A9B-384CC113B573}"/>
              </a:ext>
            </a:extLst>
          </p:cNvPr>
          <p:cNvSpPr txBox="1"/>
          <p:nvPr/>
        </p:nvSpPr>
        <p:spPr>
          <a:xfrm>
            <a:off x="1103864" y="1530048"/>
            <a:ext cx="8119649" cy="3693319"/>
          </a:xfrm>
          <a:prstGeom prst="rect">
            <a:avLst/>
          </a:prstGeom>
          <a:noFill/>
        </p:spPr>
        <p:txBody>
          <a:bodyPr wrap="square" rtlCol="0">
            <a:spAutoFit/>
          </a:bodyPr>
          <a:lstStyle/>
          <a:p>
            <a:r>
              <a:rPr lang="en-IN" b="1" dirty="0"/>
              <a:t>AWS AI Services</a:t>
            </a:r>
          </a:p>
          <a:p>
            <a:endParaRPr lang="en-IN" b="1" dirty="0"/>
          </a:p>
          <a:p>
            <a:pPr marL="285750" lvl="0" indent="-285750">
              <a:buFont typeface="Wingdings" panose="05000000000000000000" pitchFamily="2" charset="2"/>
              <a:buChar char="Ø"/>
            </a:pPr>
            <a:r>
              <a:rPr lang="en-IN" dirty="0"/>
              <a:t>Kinesis Analytics costs </a:t>
            </a:r>
          </a:p>
          <a:p>
            <a:pPr marL="285750" lvl="0" indent="-285750">
              <a:buFont typeface="Wingdings" panose="05000000000000000000" pitchFamily="2" charset="2"/>
              <a:buChar char="Ø"/>
            </a:pPr>
            <a:r>
              <a:rPr lang="en-IN" dirty="0"/>
              <a:t>Streaming analytics </a:t>
            </a:r>
          </a:p>
          <a:p>
            <a:pPr marL="285750" lvl="0" indent="-285750">
              <a:buFont typeface="Wingdings" panose="05000000000000000000" pitchFamily="2" charset="2"/>
              <a:buChar char="Ø"/>
            </a:pPr>
            <a:r>
              <a:rPr lang="en-IN" dirty="0"/>
              <a:t>RANDOM_CUT_FOREST </a:t>
            </a:r>
          </a:p>
          <a:p>
            <a:pPr marL="285750" lvl="0" indent="-285750">
              <a:buFont typeface="Wingdings" panose="05000000000000000000" pitchFamily="2" charset="2"/>
              <a:buChar char="Ø"/>
            </a:pPr>
            <a:r>
              <a:rPr lang="en-IN" dirty="0"/>
              <a:t>Real-time analysis </a:t>
            </a:r>
          </a:p>
          <a:p>
            <a:pPr marL="285750" lvl="0" indent="-285750">
              <a:buFont typeface="Wingdings" panose="05000000000000000000" pitchFamily="2" charset="2"/>
              <a:buChar char="Ø"/>
            </a:pPr>
            <a:r>
              <a:rPr lang="en-IN" dirty="0"/>
              <a:t>Anomaly detection concept</a:t>
            </a:r>
          </a:p>
          <a:p>
            <a:endParaRPr lang="en-IN" dirty="0"/>
          </a:p>
          <a:p>
            <a:r>
              <a:rPr lang="en-IN" b="1" dirty="0"/>
              <a:t>Description</a:t>
            </a:r>
          </a:p>
          <a:p>
            <a:r>
              <a:rPr lang="en-IN" dirty="0"/>
              <a:t>This topic introduces considerations related to Kinesis Analytics costs and the RANDOM_CUT_FOREST algorithm. RANDOM_CUT_FOREST can be used for </a:t>
            </a:r>
            <a:r>
              <a:rPr lang="en-IN" dirty="0" err="1"/>
              <a:t>analyzing</a:t>
            </a:r>
            <a:r>
              <a:rPr lang="en-IN" dirty="0"/>
              <a:t> streaming data and identifying unusual patterns within data streams.</a:t>
            </a:r>
          </a:p>
        </p:txBody>
      </p:sp>
      <p:pic>
        <p:nvPicPr>
          <p:cNvPr id="3" name="Picture 2" descr="The image illustrates a comprehensive data processing flow using Amazon's services for real-time data streaming, anomaly detection, and various data sources and outputs.&#10;&#10;AI-generated content may be incorrect.">
            <a:extLst>
              <a:ext uri="{FF2B5EF4-FFF2-40B4-BE49-F238E27FC236}">
                <a16:creationId xmlns:a16="http://schemas.microsoft.com/office/drawing/2014/main" id="{515299D5-71EE-0871-B25A-79278D47DF87}"/>
              </a:ext>
            </a:extLst>
          </p:cNvPr>
          <p:cNvPicPr>
            <a:picLocks noChangeAspect="1"/>
          </p:cNvPicPr>
          <p:nvPr/>
        </p:nvPicPr>
        <p:blipFill>
          <a:blip r:embed="rId2"/>
          <a:stretch>
            <a:fillRect/>
          </a:stretch>
        </p:blipFill>
        <p:spPr>
          <a:xfrm>
            <a:off x="4862265" y="1453174"/>
            <a:ext cx="6225871" cy="2323695"/>
          </a:xfrm>
          <a:prstGeom prst="rect">
            <a:avLst/>
          </a:prstGeom>
        </p:spPr>
      </p:pic>
    </p:spTree>
    <p:extLst>
      <p:ext uri="{BB962C8B-B14F-4D97-AF65-F5344CB8AC3E}">
        <p14:creationId xmlns:p14="http://schemas.microsoft.com/office/powerpoint/2010/main" val="673386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5E9BB1F-D11A-87CE-826B-6EC136FE52B4}"/>
              </a:ext>
            </a:extLst>
          </p:cNvPr>
          <p:cNvSpPr>
            <a:spLocks noGrp="1"/>
          </p:cNvSpPr>
          <p:nvPr>
            <p:ph type="title"/>
          </p:nvPr>
        </p:nvSpPr>
        <p:spPr>
          <a:xfrm>
            <a:off x="0" y="237388"/>
            <a:ext cx="12192000" cy="573646"/>
          </a:xfrm>
          <a:ln/>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IN" sz="4000" dirty="0"/>
              <a:t>Amazon MSK</a:t>
            </a:r>
          </a:p>
        </p:txBody>
      </p:sp>
      <p:sp>
        <p:nvSpPr>
          <p:cNvPr id="8" name="TextBox 7">
            <a:extLst>
              <a:ext uri="{FF2B5EF4-FFF2-40B4-BE49-F238E27FC236}">
                <a16:creationId xmlns:a16="http://schemas.microsoft.com/office/drawing/2014/main" id="{5A15F547-5740-9FD8-A1BB-400740D9130A}"/>
              </a:ext>
            </a:extLst>
          </p:cNvPr>
          <p:cNvSpPr txBox="1"/>
          <p:nvPr/>
        </p:nvSpPr>
        <p:spPr>
          <a:xfrm>
            <a:off x="1103864" y="1530048"/>
            <a:ext cx="8119649" cy="3693319"/>
          </a:xfrm>
          <a:prstGeom prst="rect">
            <a:avLst/>
          </a:prstGeom>
          <a:noFill/>
        </p:spPr>
        <p:txBody>
          <a:bodyPr wrap="square" rtlCol="0">
            <a:spAutoFit/>
          </a:bodyPr>
          <a:lstStyle/>
          <a:p>
            <a:r>
              <a:rPr lang="en-US" b="1" dirty="0"/>
              <a:t>Learning Activities</a:t>
            </a:r>
          </a:p>
          <a:p>
            <a:pPr marL="285750" indent="-285750">
              <a:buFont typeface="Wingdings" panose="05000000000000000000" pitchFamily="2" charset="2"/>
              <a:buChar char="Ø"/>
            </a:pPr>
            <a:endParaRPr lang="en-US" b="1" dirty="0"/>
          </a:p>
          <a:p>
            <a:pPr marL="285750" lvl="0" indent="-285750">
              <a:buFont typeface="Wingdings" panose="05000000000000000000" pitchFamily="2" charset="2"/>
              <a:buChar char="Ø"/>
            </a:pPr>
            <a:r>
              <a:rPr lang="en-IN" dirty="0"/>
              <a:t>Amazon Managed Streaming for Apache Kafka </a:t>
            </a:r>
          </a:p>
          <a:p>
            <a:pPr marL="285750" lvl="0" indent="-285750">
              <a:buFont typeface="Wingdings" panose="05000000000000000000" pitchFamily="2" charset="2"/>
              <a:buChar char="Ø"/>
            </a:pPr>
            <a:r>
              <a:rPr lang="en-IN" dirty="0"/>
              <a:t>Apache Kafka </a:t>
            </a:r>
          </a:p>
          <a:p>
            <a:pPr marL="285750" lvl="0" indent="-285750">
              <a:buFont typeface="Wingdings" panose="05000000000000000000" pitchFamily="2" charset="2"/>
              <a:buChar char="Ø"/>
            </a:pPr>
            <a:r>
              <a:rPr lang="en-IN" dirty="0"/>
              <a:t>Real-time data </a:t>
            </a:r>
          </a:p>
          <a:p>
            <a:pPr marL="285750" lvl="0" indent="-285750">
              <a:buFont typeface="Wingdings" panose="05000000000000000000" pitchFamily="2" charset="2"/>
              <a:buChar char="Ø"/>
            </a:pPr>
            <a:r>
              <a:rPr lang="en-IN" dirty="0"/>
              <a:t>Event streaming </a:t>
            </a:r>
          </a:p>
          <a:p>
            <a:pPr marL="285750" lvl="0" indent="-285750">
              <a:buFont typeface="Wingdings" panose="05000000000000000000" pitchFamily="2" charset="2"/>
              <a:buChar char="Ø"/>
            </a:pPr>
            <a:r>
              <a:rPr lang="en-IN" dirty="0"/>
              <a:t>Managed Kafka infrastructure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r>
              <a:rPr lang="en-US" b="1" dirty="0"/>
              <a:t>Description</a:t>
            </a:r>
          </a:p>
          <a:p>
            <a:r>
              <a:rPr lang="en-IN" dirty="0"/>
              <a:t>Amazon MSK, or Amazon Managed Streaming for Apache Kafka, provides a managed environment for running Apache Kafka. It can be used to build applications that collect, process, and transmit real-time streaming data.</a:t>
            </a:r>
          </a:p>
        </p:txBody>
      </p:sp>
      <p:pic>
        <p:nvPicPr>
          <p:cNvPr id="3" name="Picture 2" descr="The diagram illustrates the Amazon Managed Streaming for Apache Kafka (Amazon MSK) architecture, which includes components for data producers, consumers, applications, stream processing, analytics, data storage, and security, all integrated within Amazon Virtual Private Cloud (VPC) for high availability and real-time processing.&#10;&#10;AI-generated content may be incorrect.">
            <a:extLst>
              <a:ext uri="{FF2B5EF4-FFF2-40B4-BE49-F238E27FC236}">
                <a16:creationId xmlns:a16="http://schemas.microsoft.com/office/drawing/2014/main" id="{6CCF3C10-C6A8-CFC4-9DC1-44C67013FBAE}"/>
              </a:ext>
            </a:extLst>
          </p:cNvPr>
          <p:cNvPicPr>
            <a:picLocks noChangeAspect="1"/>
          </p:cNvPicPr>
          <p:nvPr/>
        </p:nvPicPr>
        <p:blipFill>
          <a:blip r:embed="rId2"/>
          <a:stretch>
            <a:fillRect/>
          </a:stretch>
        </p:blipFill>
        <p:spPr>
          <a:xfrm>
            <a:off x="6814267" y="890186"/>
            <a:ext cx="5041127" cy="3055649"/>
          </a:xfrm>
          <a:prstGeom prst="rect">
            <a:avLst/>
          </a:prstGeom>
        </p:spPr>
      </p:pic>
    </p:spTree>
    <p:extLst>
      <p:ext uri="{BB962C8B-B14F-4D97-AF65-F5344CB8AC3E}">
        <p14:creationId xmlns:p14="http://schemas.microsoft.com/office/powerpoint/2010/main" val="185974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AB10154-5B1F-CDF6-8A0B-5907AA107CB2}"/>
              </a:ext>
            </a:extLst>
          </p:cNvPr>
          <p:cNvSpPr>
            <a:spLocks noGrp="1"/>
          </p:cNvSpPr>
          <p:nvPr>
            <p:ph type="title"/>
          </p:nvPr>
        </p:nvSpPr>
        <p:spPr>
          <a:xfrm>
            <a:off x="0" y="237388"/>
            <a:ext cx="12192000" cy="573646"/>
          </a:xfrm>
          <a:ln/>
        </p:spPr>
        <p:style>
          <a:lnRef idx="1">
            <a:schemeClr val="accent2"/>
          </a:lnRef>
          <a:fillRef idx="2">
            <a:schemeClr val="accent2"/>
          </a:fillRef>
          <a:effectRef idx="1">
            <a:schemeClr val="accent2"/>
          </a:effectRef>
          <a:fontRef idx="minor">
            <a:schemeClr val="dk1"/>
          </a:fontRef>
        </p:style>
        <p:txBody>
          <a:bodyPr>
            <a:normAutofit/>
          </a:bodyPr>
          <a:lstStyle/>
          <a:p>
            <a:pPr algn="ctr"/>
            <a:r>
              <a:rPr lang="en-IN" sz="3200" dirty="0"/>
              <a:t>Amazon MSK – Serverless</a:t>
            </a:r>
          </a:p>
        </p:txBody>
      </p:sp>
      <p:sp>
        <p:nvSpPr>
          <p:cNvPr id="8" name="TextBox 7">
            <a:extLst>
              <a:ext uri="{FF2B5EF4-FFF2-40B4-BE49-F238E27FC236}">
                <a16:creationId xmlns:a16="http://schemas.microsoft.com/office/drawing/2014/main" id="{8556B45E-E369-FDDD-CF47-5215D36249D5}"/>
              </a:ext>
            </a:extLst>
          </p:cNvPr>
          <p:cNvSpPr txBox="1"/>
          <p:nvPr/>
        </p:nvSpPr>
        <p:spPr>
          <a:xfrm>
            <a:off x="1103864" y="1530048"/>
            <a:ext cx="8119649" cy="3416320"/>
          </a:xfrm>
          <a:prstGeom prst="rect">
            <a:avLst/>
          </a:prstGeom>
          <a:noFill/>
        </p:spPr>
        <p:txBody>
          <a:bodyPr wrap="square" rtlCol="0">
            <a:spAutoFit/>
          </a:bodyPr>
          <a:lstStyle/>
          <a:p>
            <a:r>
              <a:rPr lang="en-IN" b="1" dirty="0"/>
              <a:t>Main Features</a:t>
            </a:r>
          </a:p>
          <a:p>
            <a:endParaRPr lang="en-IN" b="1" dirty="0"/>
          </a:p>
          <a:p>
            <a:pPr marL="285750" lvl="0" indent="-285750">
              <a:buFont typeface="Wingdings" panose="05000000000000000000" pitchFamily="2" charset="2"/>
              <a:buChar char="Ø"/>
            </a:pPr>
            <a:r>
              <a:rPr lang="en-IN" dirty="0"/>
              <a:t>MSK Serverless </a:t>
            </a:r>
          </a:p>
          <a:p>
            <a:pPr marL="285750" lvl="0" indent="-285750">
              <a:buFont typeface="Wingdings" panose="05000000000000000000" pitchFamily="2" charset="2"/>
              <a:buChar char="Ø"/>
            </a:pPr>
            <a:r>
              <a:rPr lang="en-IN" dirty="0"/>
              <a:t>Serverless Kafka </a:t>
            </a:r>
          </a:p>
          <a:p>
            <a:pPr marL="285750" lvl="0" indent="-285750">
              <a:buFont typeface="Wingdings" panose="05000000000000000000" pitchFamily="2" charset="2"/>
              <a:buChar char="Ø"/>
            </a:pPr>
            <a:r>
              <a:rPr lang="en-IN" dirty="0"/>
              <a:t>Automatic resource management </a:t>
            </a:r>
          </a:p>
          <a:p>
            <a:pPr marL="285750" lvl="0" indent="-285750">
              <a:buFont typeface="Wingdings" panose="05000000000000000000" pitchFamily="2" charset="2"/>
              <a:buChar char="Ø"/>
            </a:pPr>
            <a:r>
              <a:rPr lang="en-IN" dirty="0"/>
              <a:t>Streaming applications </a:t>
            </a:r>
          </a:p>
          <a:p>
            <a:pPr marL="285750" lvl="0" indent="-285750">
              <a:buFont typeface="Wingdings" panose="05000000000000000000" pitchFamily="2" charset="2"/>
              <a:buChar char="Ø"/>
            </a:pPr>
            <a:r>
              <a:rPr lang="en-IN" dirty="0"/>
              <a:t>Scalable infrastructure</a:t>
            </a:r>
          </a:p>
          <a:p>
            <a:pPr marL="285750" indent="-285750">
              <a:buFont typeface="Wingdings" panose="05000000000000000000" pitchFamily="2" charset="2"/>
              <a:buChar char="Ø"/>
            </a:pPr>
            <a:endParaRPr lang="en-IN" dirty="0"/>
          </a:p>
          <a:p>
            <a:r>
              <a:rPr lang="en-IN" b="1" dirty="0"/>
              <a:t>Description</a:t>
            </a:r>
          </a:p>
          <a:p>
            <a:r>
              <a:rPr lang="en-IN" dirty="0"/>
              <a:t>Amazon MSK Serverless provides a serverless approach to Apache Kafka. It allows applications to use Kafka without requiring users to manage Kafka cluster capacity directly.</a:t>
            </a:r>
          </a:p>
        </p:txBody>
      </p:sp>
      <p:pic>
        <p:nvPicPr>
          <p:cNvPr id="3" name="Picture 2" descr="The Amazon MSK Serverless Architecture diagram illustrates a system designed for real-time event streaming and data processing, integrating AWS services like Kinesis, Lambda, Redshift, S3, OpenSearch, CloudWatch, and CloudTrail, with components for event producers, consumers, analytics, and security.&#10;&#10;AI-generated content may be incorrect.">
            <a:extLst>
              <a:ext uri="{FF2B5EF4-FFF2-40B4-BE49-F238E27FC236}">
                <a16:creationId xmlns:a16="http://schemas.microsoft.com/office/drawing/2014/main" id="{05944B1B-9E36-32B7-D74E-F5C8E348E5D0}"/>
              </a:ext>
            </a:extLst>
          </p:cNvPr>
          <p:cNvPicPr>
            <a:picLocks noChangeAspect="1"/>
          </p:cNvPicPr>
          <p:nvPr/>
        </p:nvPicPr>
        <p:blipFill>
          <a:blip r:embed="rId2"/>
          <a:stretch>
            <a:fillRect/>
          </a:stretch>
        </p:blipFill>
        <p:spPr>
          <a:xfrm>
            <a:off x="5693134" y="906727"/>
            <a:ext cx="5987332" cy="3084828"/>
          </a:xfrm>
          <a:prstGeom prst="rect">
            <a:avLst/>
          </a:prstGeom>
        </p:spPr>
      </p:pic>
    </p:spTree>
    <p:extLst>
      <p:ext uri="{BB962C8B-B14F-4D97-AF65-F5344CB8AC3E}">
        <p14:creationId xmlns:p14="http://schemas.microsoft.com/office/powerpoint/2010/main" val="3324089155"/>
      </p:ext>
    </p:extLst>
  </p:cSld>
  <p:clrMapOvr>
    <a:masterClrMapping/>
  </p:clrMapOvr>
</p:sld>
</file>

<file path=ppt/theme/theme1.xml><?xml version="1.0" encoding="utf-8"?>
<a:theme xmlns:a="http://schemas.openxmlformats.org/drawingml/2006/main" name="OasisVTI">
  <a:themeElements>
    <a:clrScheme name="Oasis">
      <a:dk1>
        <a:srgbClr val="131313"/>
      </a:dk1>
      <a:lt1>
        <a:sysClr val="window" lastClr="FFFFFF"/>
      </a:lt1>
      <a:dk2>
        <a:srgbClr val="3D3C33"/>
      </a:dk2>
      <a:lt2>
        <a:srgbClr val="F0EDE6"/>
      </a:lt2>
      <a:accent1>
        <a:srgbClr val="A57361"/>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6282DC-5D67-4C19-9A05-C65D9BF7BC7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3667383-B7F3-43FC-8965-135FDDEABCC5}">
  <ds:schemaRefs>
    <ds:schemaRef ds:uri="http://schemas.microsoft.com/sharepoint/v3/contenttype/forms"/>
  </ds:schemaRefs>
</ds:datastoreItem>
</file>

<file path=customXml/itemProps3.xml><?xml version="1.0" encoding="utf-8"?>
<ds:datastoreItem xmlns:ds="http://schemas.openxmlformats.org/officeDocument/2006/customXml" ds:itemID="{12135656-72CC-4564-823F-B30D029964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{EAC1584E-BD28-47EF-9630-F926C5E5F6FA}05f950ec-c865-457c-93ae-9eb2ef1c603f-TFa19fa653-f273-4169-96ef-448bb1cd1027_win32</Template>
  <TotalTime>339</TotalTime>
  <Words>430</Words>
  <Application>Microsoft Office PowerPoint</Application>
  <PresentationFormat>Widescreen</PresentationFormat>
  <Paragraphs>84</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Neue Haas Grotesk Text Pro</vt:lpstr>
      <vt:lpstr>Wingdings</vt:lpstr>
      <vt:lpstr>OasisVTI</vt:lpstr>
      <vt:lpstr>PowerPoint Presentation</vt:lpstr>
      <vt:lpstr>Amazon Managed Streaming, Apache Flink &amp; Amazon MSK</vt:lpstr>
      <vt:lpstr>Amazon Managed Service for Apache Flink</vt:lpstr>
      <vt:lpstr>Apache Flink for Stream Processing</vt:lpstr>
      <vt:lpstr>Managed Service for Apache Flink – Hands-On</vt:lpstr>
      <vt:lpstr>Kinesis Analytics Costs and RANDOM_CUT_FOREST</vt:lpstr>
      <vt:lpstr>Amazon MSK</vt:lpstr>
      <vt:lpstr>Amazon MSK – Serverless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Naga Mahadeva</dc:creator>
  <cp:lastModifiedBy>Naga Mahadeva</cp:lastModifiedBy>
  <cp:revision>1</cp:revision>
  <dcterms:created xsi:type="dcterms:W3CDTF">2026-05-22T01:39:06Z</dcterms:created>
  <dcterms:modified xsi:type="dcterms:W3CDTF">2026-10-02T17:58:22Z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