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4"/>
  </p:notesMasterIdLst>
  <p:sldIdLst>
    <p:sldId id="2767" r:id="rId5"/>
    <p:sldId id="2768" r:id="rId6"/>
    <p:sldId id="2769" r:id="rId7"/>
    <p:sldId id="2770" r:id="rId8"/>
    <p:sldId id="2771" r:id="rId9"/>
    <p:sldId id="2772" r:id="rId10"/>
    <p:sldId id="2773" r:id="rId11"/>
    <p:sldId id="2774" r:id="rId12"/>
    <p:sldId id="27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5646C1-B7B3-43D5-A372-EF2A124DF964}" v="25" dt="2026-10-02T22:04:08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95"/>
  </p:normalViewPr>
  <p:slideViewPr>
    <p:cSldViewPr snapToGrid="0">
      <p:cViewPr varScale="1">
        <p:scale>
          <a:sx n="120" d="100"/>
          <a:sy n="120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 Mahadeva" userId="2d3d2e38f9c357bf" providerId="LiveId" clId="{89A268DB-4518-41DC-B1E4-35446A2DC78F}"/>
    <pc:docChg chg="undo custSel delSld modSld">
      <pc:chgData name="Naga Mahadeva" userId="2d3d2e38f9c357bf" providerId="LiveId" clId="{89A268DB-4518-41DC-B1E4-35446A2DC78F}" dt="2026-10-02T22:16:18.182" v="604" actId="962"/>
      <pc:docMkLst>
        <pc:docMk/>
      </pc:docMkLst>
      <pc:sldChg chg="addSp modSp mod">
        <pc:chgData name="Naga Mahadeva" userId="2d3d2e38f9c357bf" providerId="LiveId" clId="{89A268DB-4518-41DC-B1E4-35446A2DC78F}" dt="2026-10-02T21:58:05.783" v="523"/>
        <pc:sldMkLst>
          <pc:docMk/>
          <pc:sldMk cId="4182614578" sldId="2767"/>
        </pc:sldMkLst>
        <pc:spChg chg="mod">
          <ac:chgData name="Naga Mahadeva" userId="2d3d2e38f9c357bf" providerId="LiveId" clId="{89A268DB-4518-41DC-B1E4-35446A2DC78F}" dt="2026-10-02T21:58:05.783" v="523"/>
          <ac:spMkLst>
            <pc:docMk/>
            <pc:sldMk cId="4182614578" sldId="2767"/>
            <ac:spMk id="3" creationId="{7604D864-A6BD-C75F-9B88-BAB58775ABDD}"/>
          </ac:spMkLst>
        </pc:spChg>
        <pc:spChg chg="mod">
          <ac:chgData name="Naga Mahadeva" userId="2d3d2e38f9c357bf" providerId="LiveId" clId="{89A268DB-4518-41DC-B1E4-35446A2DC78F}" dt="2026-09-18T13:05:21.887" v="411" actId="20577"/>
          <ac:spMkLst>
            <pc:docMk/>
            <pc:sldMk cId="4182614578" sldId="2767"/>
            <ac:spMk id="7" creationId="{396580F1-5F2C-1782-40E0-83E80CDC0535}"/>
          </ac:spMkLst>
        </pc:spChg>
      </pc:sldChg>
      <pc:sldChg chg="addSp delSp modSp mod">
        <pc:chgData name="Naga Mahadeva" userId="2d3d2e38f9c357bf" providerId="LiveId" clId="{89A268DB-4518-41DC-B1E4-35446A2DC78F}" dt="2026-10-02T22:16:18.182" v="604" actId="962"/>
        <pc:sldMkLst>
          <pc:docMk/>
          <pc:sldMk cId="2523674139" sldId="2768"/>
        </pc:sldMkLst>
        <pc:spChg chg="mod">
          <ac:chgData name="Naga Mahadeva" userId="2d3d2e38f9c357bf" providerId="LiveId" clId="{89A268DB-4518-41DC-B1E4-35446A2DC78F}" dt="2026-10-02T21:58:27.320" v="524"/>
          <ac:spMkLst>
            <pc:docMk/>
            <pc:sldMk cId="2523674139" sldId="2768"/>
            <ac:spMk id="7" creationId="{28F859CA-7C72-396B-A011-01E1A52FC6AE}"/>
          </ac:spMkLst>
        </pc:spChg>
        <pc:spChg chg="mod">
          <ac:chgData name="Naga Mahadeva" userId="2d3d2e38f9c357bf" providerId="LiveId" clId="{89A268DB-4518-41DC-B1E4-35446A2DC78F}" dt="2026-10-02T22:16:18.182" v="604" actId="962"/>
          <ac:spMkLst>
            <pc:docMk/>
            <pc:sldMk cId="2523674139" sldId="2768"/>
            <ac:spMk id="9" creationId="{40ADE7B3-947E-7624-EAA2-7BD216246076}"/>
          </ac:spMkLst>
        </pc:spChg>
        <pc:picChg chg="add del mod">
          <ac:chgData name="Naga Mahadeva" userId="2d3d2e38f9c357bf" providerId="LiveId" clId="{89A268DB-4518-41DC-B1E4-35446A2DC78F}" dt="2026-10-02T21:59:03.387" v="529" actId="478"/>
          <ac:picMkLst>
            <pc:docMk/>
            <pc:sldMk cId="2523674139" sldId="2768"/>
            <ac:picMk id="3" creationId="{6AEF52A0-4186-BE08-E15D-A8BEDDD11353}"/>
          </ac:picMkLst>
        </pc:picChg>
        <pc:picChg chg="add mod">
          <ac:chgData name="Naga Mahadeva" userId="2d3d2e38f9c357bf" providerId="LiveId" clId="{89A268DB-4518-41DC-B1E4-35446A2DC78F}" dt="2026-10-02T22:16:18.181" v="603" actId="27614"/>
          <ac:picMkLst>
            <pc:docMk/>
            <pc:sldMk cId="2523674139" sldId="2768"/>
            <ac:picMk id="4" creationId="{7DD27FAB-07AC-3F52-CB19-F0A7450BBE47}"/>
          </ac:picMkLst>
        </pc:picChg>
      </pc:sldChg>
      <pc:sldChg chg="addSp delSp modSp mod">
        <pc:chgData name="Naga Mahadeva" userId="2d3d2e38f9c357bf" providerId="LiveId" clId="{89A268DB-4518-41DC-B1E4-35446A2DC78F}" dt="2026-10-02T22:13:50.090" v="598" actId="27614"/>
        <pc:sldMkLst>
          <pc:docMk/>
          <pc:sldMk cId="501066885" sldId="2769"/>
        </pc:sldMkLst>
        <pc:spChg chg="mod">
          <ac:chgData name="Naga Mahadeva" userId="2d3d2e38f9c357bf" providerId="LiveId" clId="{89A268DB-4518-41DC-B1E4-35446A2DC78F}" dt="2026-10-02T21:59:44.305" v="533"/>
          <ac:spMkLst>
            <pc:docMk/>
            <pc:sldMk cId="501066885" sldId="2769"/>
            <ac:spMk id="7" creationId="{C78C6B7F-085C-9294-EFAC-03451D3A03E5}"/>
          </ac:spMkLst>
        </pc:spChg>
        <pc:spChg chg="mod">
          <ac:chgData name="Naga Mahadeva" userId="2d3d2e38f9c357bf" providerId="LiveId" clId="{89A268DB-4518-41DC-B1E4-35446A2DC78F}" dt="2026-10-02T21:59:15.203" v="530"/>
          <ac:spMkLst>
            <pc:docMk/>
            <pc:sldMk cId="501066885" sldId="2769"/>
            <ac:spMk id="9" creationId="{D9CB54BA-DE5C-EB6E-FBFE-20BF50F8B8CA}"/>
          </ac:spMkLst>
        </pc:spChg>
        <pc:picChg chg="add mod">
          <ac:chgData name="Naga Mahadeva" userId="2d3d2e38f9c357bf" providerId="LiveId" clId="{89A268DB-4518-41DC-B1E4-35446A2DC78F}" dt="2026-10-02T22:13:50.090" v="598" actId="27614"/>
          <ac:picMkLst>
            <pc:docMk/>
            <pc:sldMk cId="501066885" sldId="2769"/>
            <ac:picMk id="3" creationId="{87453551-0626-AF02-FF36-F806AF48ABE9}"/>
          </ac:picMkLst>
        </pc:picChg>
        <pc:picChg chg="add del mod">
          <ac:chgData name="Naga Mahadeva" userId="2d3d2e38f9c357bf" providerId="LiveId" clId="{89A268DB-4518-41DC-B1E4-35446A2DC78F}" dt="2026-10-02T21:59:46.363" v="534" actId="478"/>
          <ac:picMkLst>
            <pc:docMk/>
            <pc:sldMk cId="501066885" sldId="2769"/>
            <ac:picMk id="4" creationId="{0AEE445C-1639-8945-F281-0A8CDEE01B7D}"/>
          </ac:picMkLst>
        </pc:picChg>
      </pc:sldChg>
      <pc:sldChg chg="addSp delSp modSp mod">
        <pc:chgData name="Naga Mahadeva" userId="2d3d2e38f9c357bf" providerId="LiveId" clId="{89A268DB-4518-41DC-B1E4-35446A2DC78F}" dt="2026-10-02T22:12:53.354" v="594" actId="1076"/>
        <pc:sldMkLst>
          <pc:docMk/>
          <pc:sldMk cId="1992267581" sldId="2770"/>
        </pc:sldMkLst>
        <pc:spChg chg="mod">
          <ac:chgData name="Naga Mahadeva" userId="2d3d2e38f9c357bf" providerId="LiveId" clId="{89A268DB-4518-41DC-B1E4-35446A2DC78F}" dt="2026-10-02T22:00:34.132" v="540"/>
          <ac:spMkLst>
            <pc:docMk/>
            <pc:sldMk cId="1992267581" sldId="2770"/>
            <ac:spMk id="7" creationId="{AB72A493-14A7-8A96-4441-F4832FBFAAE1}"/>
          </ac:spMkLst>
        </pc:spChg>
        <pc:spChg chg="mod">
          <ac:chgData name="Naga Mahadeva" userId="2d3d2e38f9c357bf" providerId="LiveId" clId="{89A268DB-4518-41DC-B1E4-35446A2DC78F}" dt="2026-10-02T22:00:01.447" v="535"/>
          <ac:spMkLst>
            <pc:docMk/>
            <pc:sldMk cId="1992267581" sldId="2770"/>
            <ac:spMk id="9" creationId="{75925430-0878-B328-D60C-3C46E3A35A8E}"/>
          </ac:spMkLst>
        </pc:spChg>
        <pc:picChg chg="add del mod">
          <ac:chgData name="Naga Mahadeva" userId="2d3d2e38f9c357bf" providerId="LiveId" clId="{89A268DB-4518-41DC-B1E4-35446A2DC78F}" dt="2026-10-02T22:00:36.402" v="541" actId="478"/>
          <ac:picMkLst>
            <pc:docMk/>
            <pc:sldMk cId="1992267581" sldId="2770"/>
            <ac:picMk id="3" creationId="{9826A3E3-EA1B-9515-5509-6CF99CDC3DC7}"/>
          </ac:picMkLst>
        </pc:picChg>
        <pc:picChg chg="add mod">
          <ac:chgData name="Naga Mahadeva" userId="2d3d2e38f9c357bf" providerId="LiveId" clId="{89A268DB-4518-41DC-B1E4-35446A2DC78F}" dt="2026-10-02T22:12:53.354" v="594" actId="1076"/>
          <ac:picMkLst>
            <pc:docMk/>
            <pc:sldMk cId="1992267581" sldId="2770"/>
            <ac:picMk id="4" creationId="{DFC8B8FF-1344-AC24-8D55-DDB87AA7FAFB}"/>
          </ac:picMkLst>
        </pc:picChg>
      </pc:sldChg>
      <pc:sldChg chg="addSp delSp modSp mod">
        <pc:chgData name="Naga Mahadeva" userId="2d3d2e38f9c357bf" providerId="LiveId" clId="{89A268DB-4518-41DC-B1E4-35446A2DC78F}" dt="2026-10-02T22:11:57.202" v="586" actId="27614"/>
        <pc:sldMkLst>
          <pc:docMk/>
          <pc:sldMk cId="4290495646" sldId="2771"/>
        </pc:sldMkLst>
        <pc:spChg chg="mod">
          <ac:chgData name="Naga Mahadeva" userId="2d3d2e38f9c357bf" providerId="LiveId" clId="{89A268DB-4518-41DC-B1E4-35446A2DC78F}" dt="2026-10-02T22:00:47.375" v="542"/>
          <ac:spMkLst>
            <pc:docMk/>
            <pc:sldMk cId="4290495646" sldId="2771"/>
            <ac:spMk id="7" creationId="{F5A900BB-2082-BDB1-9B47-92E75EC284B1}"/>
          </ac:spMkLst>
        </pc:spChg>
        <pc:spChg chg="mod">
          <ac:chgData name="Naga Mahadeva" userId="2d3d2e38f9c357bf" providerId="LiveId" clId="{89A268DB-4518-41DC-B1E4-35446A2DC78F}" dt="2026-10-02T22:01:14.277" v="545"/>
          <ac:spMkLst>
            <pc:docMk/>
            <pc:sldMk cId="4290495646" sldId="2771"/>
            <ac:spMk id="8" creationId="{58190787-969A-0913-6F9F-5B1310FC9333}"/>
          </ac:spMkLst>
        </pc:spChg>
        <pc:picChg chg="add del mod">
          <ac:chgData name="Naga Mahadeva" userId="2d3d2e38f9c357bf" providerId="LiveId" clId="{89A268DB-4518-41DC-B1E4-35446A2DC78F}" dt="2026-10-02T22:01:25.194" v="546" actId="478"/>
          <ac:picMkLst>
            <pc:docMk/>
            <pc:sldMk cId="4290495646" sldId="2771"/>
            <ac:picMk id="3" creationId="{FDC5432B-E925-C0C5-FBB5-EB5C4058DC21}"/>
          </ac:picMkLst>
        </pc:picChg>
        <pc:picChg chg="add mod">
          <ac:chgData name="Naga Mahadeva" userId="2d3d2e38f9c357bf" providerId="LiveId" clId="{89A268DB-4518-41DC-B1E4-35446A2DC78F}" dt="2026-10-02T22:11:57.202" v="586" actId="27614"/>
          <ac:picMkLst>
            <pc:docMk/>
            <pc:sldMk cId="4290495646" sldId="2771"/>
            <ac:picMk id="4" creationId="{6BF025C7-B015-5431-EACC-ECB2EE0D1D1A}"/>
          </ac:picMkLst>
        </pc:picChg>
      </pc:sldChg>
      <pc:sldChg chg="addSp delSp modSp mod">
        <pc:chgData name="Naga Mahadeva" userId="2d3d2e38f9c357bf" providerId="LiveId" clId="{89A268DB-4518-41DC-B1E4-35446A2DC78F}" dt="2026-10-02T22:10:37.296" v="582" actId="27614"/>
        <pc:sldMkLst>
          <pc:docMk/>
          <pc:sldMk cId="673386160" sldId="2772"/>
        </pc:sldMkLst>
        <pc:spChg chg="mod">
          <ac:chgData name="Naga Mahadeva" userId="2d3d2e38f9c357bf" providerId="LiveId" clId="{89A268DB-4518-41DC-B1E4-35446A2DC78F}" dt="2026-10-02T22:01:31.388" v="547"/>
          <ac:spMkLst>
            <pc:docMk/>
            <pc:sldMk cId="673386160" sldId="2772"/>
            <ac:spMk id="7" creationId="{5A729299-2ACE-58EE-C6A2-9612CF07C785}"/>
          </ac:spMkLst>
        </pc:spChg>
        <pc:spChg chg="mod">
          <ac:chgData name="Naga Mahadeva" userId="2d3d2e38f9c357bf" providerId="LiveId" clId="{89A268DB-4518-41DC-B1E4-35446A2DC78F}" dt="2026-10-02T22:02:00.711" v="551"/>
          <ac:spMkLst>
            <pc:docMk/>
            <pc:sldMk cId="673386160" sldId="2772"/>
            <ac:spMk id="8" creationId="{C7513FB3-E6AA-239A-7A9B-384CC113B573}"/>
          </ac:spMkLst>
        </pc:spChg>
        <pc:picChg chg="add mod">
          <ac:chgData name="Naga Mahadeva" userId="2d3d2e38f9c357bf" providerId="LiveId" clId="{89A268DB-4518-41DC-B1E4-35446A2DC78F}" dt="2026-10-02T22:10:37.296" v="582" actId="27614"/>
          <ac:picMkLst>
            <pc:docMk/>
            <pc:sldMk cId="673386160" sldId="2772"/>
            <ac:picMk id="3" creationId="{CC833B9C-AE2F-0086-E17C-C721BC07D5FB}"/>
          </ac:picMkLst>
        </pc:picChg>
        <pc:picChg chg="add del mod">
          <ac:chgData name="Naga Mahadeva" userId="2d3d2e38f9c357bf" providerId="LiveId" clId="{89A268DB-4518-41DC-B1E4-35446A2DC78F}" dt="2026-10-02T22:01:49.945" v="550" actId="478"/>
          <ac:picMkLst>
            <pc:docMk/>
            <pc:sldMk cId="673386160" sldId="2772"/>
            <ac:picMk id="4" creationId="{E9B1DBEB-FE97-F6CA-0F99-475A096C68C9}"/>
          </ac:picMkLst>
        </pc:picChg>
      </pc:sldChg>
      <pc:sldChg chg="addSp delSp modSp mod">
        <pc:chgData name="Naga Mahadeva" userId="2d3d2e38f9c357bf" providerId="LiveId" clId="{89A268DB-4518-41DC-B1E4-35446A2DC78F}" dt="2026-10-02T22:08:44.459" v="579" actId="27614"/>
        <pc:sldMkLst>
          <pc:docMk/>
          <pc:sldMk cId="185974604" sldId="2773"/>
        </pc:sldMkLst>
        <pc:spChg chg="mod">
          <ac:chgData name="Naga Mahadeva" userId="2d3d2e38f9c357bf" providerId="LiveId" clId="{89A268DB-4518-41DC-B1E4-35446A2DC78F}" dt="2026-10-02T22:02:15.684" v="552"/>
          <ac:spMkLst>
            <pc:docMk/>
            <pc:sldMk cId="185974604" sldId="2773"/>
            <ac:spMk id="7" creationId="{05E9BB1F-D11A-87CE-826B-6EC136FE52B4}"/>
          </ac:spMkLst>
        </pc:spChg>
        <pc:spChg chg="mod">
          <ac:chgData name="Naga Mahadeva" userId="2d3d2e38f9c357bf" providerId="LiveId" clId="{89A268DB-4518-41DC-B1E4-35446A2DC78F}" dt="2026-10-02T22:02:46.652" v="556" actId="20577"/>
          <ac:spMkLst>
            <pc:docMk/>
            <pc:sldMk cId="185974604" sldId="2773"/>
            <ac:spMk id="8" creationId="{5A15F547-5740-9FD8-A1BB-400740D9130A}"/>
          </ac:spMkLst>
        </pc:spChg>
        <pc:picChg chg="add mod">
          <ac:chgData name="Naga Mahadeva" userId="2d3d2e38f9c357bf" providerId="LiveId" clId="{89A268DB-4518-41DC-B1E4-35446A2DC78F}" dt="2026-10-02T22:08:44.459" v="579" actId="27614"/>
          <ac:picMkLst>
            <pc:docMk/>
            <pc:sldMk cId="185974604" sldId="2773"/>
            <ac:picMk id="3" creationId="{C6D08663-8E48-A6E3-6CAF-B1A74B9602FC}"/>
          </ac:picMkLst>
        </pc:picChg>
      </pc:sldChg>
      <pc:sldChg chg="addSp delSp modSp mod">
        <pc:chgData name="Naga Mahadeva" userId="2d3d2e38f9c357bf" providerId="LiveId" clId="{89A268DB-4518-41DC-B1E4-35446A2DC78F}" dt="2026-10-02T22:07:42.344" v="576" actId="27614"/>
        <pc:sldMkLst>
          <pc:docMk/>
          <pc:sldMk cId="3324089155" sldId="2774"/>
        </pc:sldMkLst>
        <pc:spChg chg="mod">
          <ac:chgData name="Naga Mahadeva" userId="2d3d2e38f9c357bf" providerId="LiveId" clId="{89A268DB-4518-41DC-B1E4-35446A2DC78F}" dt="2026-10-02T22:03:01.519" v="557"/>
          <ac:spMkLst>
            <pc:docMk/>
            <pc:sldMk cId="3324089155" sldId="2774"/>
            <ac:spMk id="7" creationId="{BAB10154-5B1F-CDF6-8A0B-5907AA107CB2}"/>
          </ac:spMkLst>
        </pc:spChg>
        <pc:spChg chg="mod">
          <ac:chgData name="Naga Mahadeva" userId="2d3d2e38f9c357bf" providerId="LiveId" clId="{89A268DB-4518-41DC-B1E4-35446A2DC78F}" dt="2026-10-02T22:03:27.749" v="561"/>
          <ac:spMkLst>
            <pc:docMk/>
            <pc:sldMk cId="3324089155" sldId="2774"/>
            <ac:spMk id="8" creationId="{8556B45E-E369-FDDD-CF47-5215D36249D5}"/>
          </ac:spMkLst>
        </pc:spChg>
        <pc:picChg chg="add mod">
          <ac:chgData name="Naga Mahadeva" userId="2d3d2e38f9c357bf" providerId="LiveId" clId="{89A268DB-4518-41DC-B1E4-35446A2DC78F}" dt="2026-10-02T22:07:42.344" v="576" actId="27614"/>
          <ac:picMkLst>
            <pc:docMk/>
            <pc:sldMk cId="3324089155" sldId="2774"/>
            <ac:picMk id="3" creationId="{E6C75437-E239-799A-9067-9577EA53D17C}"/>
          </ac:picMkLst>
        </pc:picChg>
      </pc:sldChg>
      <pc:sldChg chg="addSp delSp modSp mod">
        <pc:chgData name="Naga Mahadeva" userId="2d3d2e38f9c357bf" providerId="LiveId" clId="{89A268DB-4518-41DC-B1E4-35446A2DC78F}" dt="2026-10-02T22:06:33.601" v="572" actId="27614"/>
        <pc:sldMkLst>
          <pc:docMk/>
          <pc:sldMk cId="4261812952" sldId="2775"/>
        </pc:sldMkLst>
        <pc:spChg chg="mod">
          <ac:chgData name="Naga Mahadeva" userId="2d3d2e38f9c357bf" providerId="LiveId" clId="{89A268DB-4518-41DC-B1E4-35446A2DC78F}" dt="2026-10-02T22:03:41.170" v="562"/>
          <ac:spMkLst>
            <pc:docMk/>
            <pc:sldMk cId="4261812952" sldId="2775"/>
            <ac:spMk id="7" creationId="{6BC586FC-1536-D972-9800-FC3325CA0D78}"/>
          </ac:spMkLst>
        </pc:spChg>
        <pc:spChg chg="mod">
          <ac:chgData name="Naga Mahadeva" userId="2d3d2e38f9c357bf" providerId="LiveId" clId="{89A268DB-4518-41DC-B1E4-35446A2DC78F}" dt="2026-10-02T22:04:08.632" v="565"/>
          <ac:spMkLst>
            <pc:docMk/>
            <pc:sldMk cId="4261812952" sldId="2775"/>
            <ac:spMk id="8" creationId="{A44AD5BB-4857-8D6E-7B01-3A12B2AB7011}"/>
          </ac:spMkLst>
        </pc:spChg>
        <pc:picChg chg="add mod">
          <ac:chgData name="Naga Mahadeva" userId="2d3d2e38f9c357bf" providerId="LiveId" clId="{89A268DB-4518-41DC-B1E4-35446A2DC78F}" dt="2026-10-02T22:06:33.601" v="572" actId="27614"/>
          <ac:picMkLst>
            <pc:docMk/>
            <pc:sldMk cId="4261812952" sldId="2775"/>
            <ac:picMk id="3" creationId="{BB9AE91A-5452-96CC-09A9-133E378C943B}"/>
          </ac:picMkLst>
        </pc:picChg>
        <pc:picChg chg="add del mod">
          <ac:chgData name="Naga Mahadeva" userId="2d3d2e38f9c357bf" providerId="LiveId" clId="{89A268DB-4518-41DC-B1E4-35446A2DC78F}" dt="2026-10-02T22:04:10.823" v="566" actId="478"/>
          <ac:picMkLst>
            <pc:docMk/>
            <pc:sldMk cId="4261812952" sldId="2775"/>
            <ac:picMk id="4" creationId="{FD5CEAF7-9F10-ED01-5547-E0197D0A5E9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10/2/2026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9093" y="2551173"/>
            <a:ext cx="10742212" cy="1464235"/>
          </a:xfrm>
        </p:spPr>
        <p:txBody>
          <a:bodyPr anchor="t">
            <a:noAutofit/>
          </a:bodyPr>
          <a:lstStyle/>
          <a:p>
            <a:r>
              <a:rPr lang="en-IN" sz="4000" dirty="0"/>
              <a:t>Feature Engineering, Data Preparation &amp; Data Quality</a:t>
            </a:r>
            <a:endParaRPr 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580F1-5F2C-1782-40E0-83E80CDC0535}"/>
              </a:ext>
            </a:extLst>
          </p:cNvPr>
          <p:cNvSpPr txBox="1"/>
          <p:nvPr/>
        </p:nvSpPr>
        <p:spPr>
          <a:xfrm>
            <a:off x="3755496" y="4222162"/>
            <a:ext cx="7217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</a:rPr>
              <a:t>Presented by : Praveen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</a:rPr>
              <a:t>Faculty Advisor : Dr. Victor </a:t>
            </a:r>
            <a:r>
              <a:rPr lang="en-IN" sz="2400" dirty="0" err="1">
                <a:solidFill>
                  <a:schemeClr val="bg2"/>
                </a:solidFill>
              </a:rPr>
              <a:t>Govindaswamy</a:t>
            </a:r>
            <a:endParaRPr lang="en-IN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F859CA-7C72-396B-A011-01E1A52FC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7"/>
            <a:ext cx="12192000" cy="1010967"/>
          </a:xfr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Feature Engineering, Data Preparation &amp; Data Quality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ADE7B3-947E-7624-EAA2-7BD216246076}"/>
              </a:ext>
            </a:extLst>
          </p:cNvPr>
          <p:cNvSpPr txBox="1"/>
          <p:nvPr/>
        </p:nvSpPr>
        <p:spPr>
          <a:xfrm>
            <a:off x="1103864" y="1530048"/>
            <a:ext cx="81196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Security Services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Feature engineering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TF-IDF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Spark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EMR Studio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Missing data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Unbalanced data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r>
              <a:rPr lang="en-IN" b="1" dirty="0"/>
              <a:t>Description</a:t>
            </a:r>
          </a:p>
          <a:p>
            <a:r>
              <a:rPr lang="en-IN" dirty="0"/>
              <a:t>This presentation focuses on preparing datasets for machine learning. It covers practical data preparation using Spark and EMR Studio, TF-IDF preparation, missing data, and unbalanced data.</a:t>
            </a:r>
          </a:p>
          <a:p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4" name="Picture 3" descr="The diagram illustrates a cyclical process involving various data management stages such as collection, formatting, cleaning, preparation, transformation, splitting, feature selection, and engineering.&#10;&#10;AI-generated content may be incorrect.">
            <a:extLst>
              <a:ext uri="{FF2B5EF4-FFF2-40B4-BE49-F238E27FC236}">
                <a16:creationId xmlns:a16="http://schemas.microsoft.com/office/drawing/2014/main" id="{7DD27FAB-07AC-3F52-CB19-F0A7450BB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688" y="1530048"/>
            <a:ext cx="5315692" cy="260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7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8C6B7F-085C-9294-EFAC-03451D3A03E5}"/>
              </a:ext>
            </a:extLst>
          </p:cNvPr>
          <p:cNvSpPr txBox="1"/>
          <p:nvPr/>
        </p:nvSpPr>
        <p:spPr>
          <a:xfrm>
            <a:off x="1103864" y="1530048"/>
            <a:ext cx="81196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Features</a:t>
            </a:r>
          </a:p>
          <a:p>
            <a:endParaRPr lang="en-US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Feature creation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Data preparation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Machine learning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Feature transformation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Model inputs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b="1" dirty="0"/>
              <a:t>Description</a:t>
            </a:r>
          </a:p>
          <a:p>
            <a:r>
              <a:rPr lang="en-IN" dirty="0"/>
              <a:t>Feature engineering prepares useful information from raw datasets so that it can be used by machine learning algorithms. It is an important step between raw data and model development.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9CB54BA-DE5C-EB6E-FBFE-20BF50F8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3200" dirty="0"/>
              <a:t>Feature Engineering</a:t>
            </a:r>
          </a:p>
        </p:txBody>
      </p:sp>
      <p:pic>
        <p:nvPicPr>
          <p:cNvPr id="3" name="Picture 2" descr="The image depicts a flowchart with various stages such as Data, Engineering, and Model training, culminating in a visualization process, all leading to the concept of an ML Pipeline.&#10;&#10;AI-generated content may be incorrect.">
            <a:extLst>
              <a:ext uri="{FF2B5EF4-FFF2-40B4-BE49-F238E27FC236}">
                <a16:creationId xmlns:a16="http://schemas.microsoft.com/office/drawing/2014/main" id="{87453551-0626-AF02-FF36-F806AF48A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223" y="1000713"/>
            <a:ext cx="6525536" cy="270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66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B72A493-14A7-8A96-4441-F4832FBFAAE1}"/>
              </a:ext>
            </a:extLst>
          </p:cNvPr>
          <p:cNvSpPr txBox="1"/>
          <p:nvPr/>
        </p:nvSpPr>
        <p:spPr>
          <a:xfrm>
            <a:off x="1103864" y="1530048"/>
            <a:ext cx="81196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Main Features</a:t>
            </a:r>
          </a:p>
          <a:p>
            <a:endParaRPr lang="en-IN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Many features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High dimensionality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Computational complexity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Feature selection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Data representation</a:t>
            </a:r>
          </a:p>
          <a:p>
            <a:endParaRPr lang="en-IN" dirty="0"/>
          </a:p>
          <a:p>
            <a:r>
              <a:rPr lang="en-IN" b="1" dirty="0"/>
              <a:t>Description</a:t>
            </a:r>
          </a:p>
          <a:p>
            <a:r>
              <a:rPr lang="en-IN" dirty="0"/>
              <a:t>The curse of dimensionality describes challenges associated with datasets containing many features. Increasing the number of dimensions can make data processing and machine learning more difficult.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925430-0878-B328-D60C-3C46E3A35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Curse of Dimensionality</a:t>
            </a:r>
          </a:p>
        </p:txBody>
      </p:sp>
      <p:pic>
        <p:nvPicPr>
          <p:cNvPr id="4" name="Picture 3" descr="The image illustrates a hierarchical structure representing text elements, including character, word, and levels of text analysis, with specific focus on TF-IDF and sentence vector representation.&#10;&#10;AI-generated content may be incorrect.">
            <a:extLst>
              <a:ext uri="{FF2B5EF4-FFF2-40B4-BE49-F238E27FC236}">
                <a16:creationId xmlns:a16="http://schemas.microsoft.com/office/drawing/2014/main" id="{DFC8B8FF-1344-AC24-8D55-DDB87AA7F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325" y="1001865"/>
            <a:ext cx="4530705" cy="268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67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5A900BB-2082-BDB1-9B47-92E75EC28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Preparing Data for TF-IDF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190787-969A-0913-6F9F-5B1310FC9333}"/>
              </a:ext>
            </a:extLst>
          </p:cNvPr>
          <p:cNvSpPr txBox="1"/>
          <p:nvPr/>
        </p:nvSpPr>
        <p:spPr>
          <a:xfrm>
            <a:off x="1103864" y="1530048"/>
            <a:ext cx="81196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Features</a:t>
            </a:r>
          </a:p>
          <a:p>
            <a:endParaRPr lang="en-US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TF-IDF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Text data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Feature extraction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Spark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EMR Studio</a:t>
            </a:r>
          </a:p>
          <a:p>
            <a:endParaRPr lang="en-US" dirty="0"/>
          </a:p>
          <a:p>
            <a:r>
              <a:rPr lang="en-US" b="1" dirty="0"/>
              <a:t>Description</a:t>
            </a:r>
          </a:p>
          <a:p>
            <a:r>
              <a:rPr lang="en-IN" dirty="0"/>
              <a:t>TF-IDF is a technique used to represent text data numerically. The course includes practical labs for preparing data for TF-IDF using Spark and EMR Studio.</a:t>
            </a:r>
          </a:p>
        </p:txBody>
      </p:sp>
      <p:pic>
        <p:nvPicPr>
          <p:cNvPr id="4" name="Picture 3" descr="The diagram illustrates the Cross-Industry Standard Process for Data Mining (CRISP-DM), detailing a workflow from exploratory data analysis to model deployment, emphasizing steps such as natural language processing, text parsing, feature engineering, and evaluation.&#10;&#10;AI-generated content may be incorrect.">
            <a:extLst>
              <a:ext uri="{FF2B5EF4-FFF2-40B4-BE49-F238E27FC236}">
                <a16:creationId xmlns:a16="http://schemas.microsoft.com/office/drawing/2014/main" id="{6BF025C7-B015-5431-EACC-ECB2EE0D1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481" y="1075310"/>
            <a:ext cx="6801799" cy="277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95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A729299-2ACE-58EE-C6A2-9612CF07C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TF-IDF with Spark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513FB3-E6AA-239A-7A9B-384CC113B573}"/>
              </a:ext>
            </a:extLst>
          </p:cNvPr>
          <p:cNvSpPr txBox="1"/>
          <p:nvPr/>
        </p:nvSpPr>
        <p:spPr>
          <a:xfrm>
            <a:off x="1103864" y="1530048"/>
            <a:ext cx="811964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Features</a:t>
            </a:r>
          </a:p>
          <a:p>
            <a:endParaRPr lang="en-US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Text processing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Spark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TF-IDF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Feature vectors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Distributed processing</a:t>
            </a:r>
          </a:p>
          <a:p>
            <a:endParaRPr lang="en-US" dirty="0"/>
          </a:p>
          <a:p>
            <a:r>
              <a:rPr lang="en-US" b="1" dirty="0"/>
              <a:t>Description</a:t>
            </a:r>
          </a:p>
          <a:p>
            <a:r>
              <a:rPr lang="en-IN" dirty="0"/>
              <a:t>Spark can be used to process large amounts of text data and prepare features using techniques such as TF-IDF. This allows textual information to be transformed into numerical representations for machine learning workflows.</a:t>
            </a:r>
          </a:p>
        </p:txBody>
      </p:sp>
      <p:pic>
        <p:nvPicPr>
          <p:cNvPr id="3" name="Picture 2" descr="The image illustrates a streamlined architecture for text processing, integrating semantic, lexical, and structured metadata features through various data transformation and classification steps.&#10;&#10;AI-generated content may be incorrect.">
            <a:extLst>
              <a:ext uri="{FF2B5EF4-FFF2-40B4-BE49-F238E27FC236}">
                <a16:creationId xmlns:a16="http://schemas.microsoft.com/office/drawing/2014/main" id="{CC833B9C-AE2F-0086-E17C-C721BC07D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668" y="1014203"/>
            <a:ext cx="6849431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86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5E9BB1F-D11A-87CE-826B-6EC136FE5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971210"/>
          </a:xfr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4000" dirty="0"/>
              <a:t>Lab – Preparing Data for TF-IDF Part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15F547-5740-9FD8-A1BB-400740D9130A}"/>
              </a:ext>
            </a:extLst>
          </p:cNvPr>
          <p:cNvSpPr txBox="1"/>
          <p:nvPr/>
        </p:nvSpPr>
        <p:spPr>
          <a:xfrm>
            <a:off x="1103864" y="1530048"/>
            <a:ext cx="811964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Features</a:t>
            </a:r>
          </a:p>
          <a:p>
            <a:endParaRPr lang="en-US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Data preparation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Spark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EMR Studio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Text data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TF-IDF preparation</a:t>
            </a:r>
          </a:p>
          <a:p>
            <a:endParaRPr lang="en-US" dirty="0"/>
          </a:p>
          <a:p>
            <a:r>
              <a:rPr lang="en-US" b="1" dirty="0"/>
              <a:t>Description</a:t>
            </a:r>
          </a:p>
          <a:p>
            <a:endParaRPr lang="en-US" b="1" dirty="0"/>
          </a:p>
          <a:p>
            <a:r>
              <a:rPr lang="en-IN" dirty="0"/>
              <a:t>The first hands-on lab focuses on preparing data for TF-IDF using Spark and EMR Studio. It provides practical experience with the initial stages of text-data preparation.</a:t>
            </a:r>
          </a:p>
        </p:txBody>
      </p:sp>
      <p:pic>
        <p:nvPicPr>
          <p:cNvPr id="3" name="Picture 2" descr="The diagram illustrates a configuration setup for Amazon EMR, including prerequisites, AWS services, and various components such as EBS volumes, spot instances, and integration with AWS Glue and Athena for cost and usage reporting.&#10;&#10;AI-generated content may be incorrect.">
            <a:extLst>
              <a:ext uri="{FF2B5EF4-FFF2-40B4-BE49-F238E27FC236}">
                <a16:creationId xmlns:a16="http://schemas.microsoft.com/office/drawing/2014/main" id="{C6D08663-8E48-A6E3-6CAF-B1A74B960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219" y="1308325"/>
            <a:ext cx="6925642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4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AB10154-5B1F-CDF6-8A0B-5907AA107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3200" dirty="0"/>
              <a:t>Lab – Preparing Data for TF-IDF Part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56B45E-E369-FDDD-CF47-5215D36249D5}"/>
              </a:ext>
            </a:extLst>
          </p:cNvPr>
          <p:cNvSpPr txBox="1"/>
          <p:nvPr/>
        </p:nvSpPr>
        <p:spPr>
          <a:xfrm>
            <a:off x="1103864" y="1530048"/>
            <a:ext cx="81196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Features</a:t>
            </a:r>
          </a:p>
          <a:p>
            <a:endParaRPr lang="en-US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Continued data preparation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Spark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EMR Studio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TF-IDF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Feature generation</a:t>
            </a:r>
          </a:p>
          <a:p>
            <a:endParaRPr lang="en-US" dirty="0"/>
          </a:p>
          <a:p>
            <a:r>
              <a:rPr lang="en-US" b="1" dirty="0"/>
              <a:t>Description</a:t>
            </a:r>
          </a:p>
          <a:p>
            <a:r>
              <a:rPr lang="en-IN" dirty="0"/>
              <a:t>The second lab continues the process of preparing data for TF-IDF. It provides additional practical experience with processing text data and preparing features using Spark and EMR Studio.</a:t>
            </a:r>
          </a:p>
        </p:txBody>
      </p:sp>
      <p:pic>
        <p:nvPicPr>
          <p:cNvPr id="3" name="Picture 2" descr="The diagram illustrates a data processing flow in Azure, starting with IoT sensor data, followed by cleaning and aggregation, and finally stored in Azure Cosmos DB.&#10;&#10;AI-generated content may be incorrect.">
            <a:extLst>
              <a:ext uri="{FF2B5EF4-FFF2-40B4-BE49-F238E27FC236}">
                <a16:creationId xmlns:a16="http://schemas.microsoft.com/office/drawing/2014/main" id="{E6C75437-E239-799A-9067-9577EA53D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266" y="1229422"/>
            <a:ext cx="6878010" cy="237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089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BC586FC-1536-D972-9800-FC3325CA0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solidFill>
            <a:srgbClr val="00B0F0"/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Imputing Missing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4AD5BB-4857-8D6E-7B01-3A12B2AB7011}"/>
              </a:ext>
            </a:extLst>
          </p:cNvPr>
          <p:cNvSpPr txBox="1"/>
          <p:nvPr/>
        </p:nvSpPr>
        <p:spPr>
          <a:xfrm>
            <a:off x="1103864" y="1530048"/>
            <a:ext cx="81196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Main Features</a:t>
            </a:r>
          </a:p>
          <a:p>
            <a:endParaRPr lang="en-IN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Missing values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Data cleaning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Imputation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Dataset quality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Data preparation</a:t>
            </a:r>
          </a:p>
          <a:p>
            <a:endParaRPr lang="en-IN" dirty="0"/>
          </a:p>
          <a:p>
            <a:r>
              <a:rPr lang="en-IN" b="1" dirty="0"/>
              <a:t>Description</a:t>
            </a:r>
          </a:p>
          <a:p>
            <a:r>
              <a:rPr lang="en-IN" dirty="0"/>
              <a:t>Missing data is a common issue in datasets. Imputation is a data-preparation technique used to handle missing values so that datasets can be processed more effectively.</a:t>
            </a:r>
          </a:p>
        </p:txBody>
      </p:sp>
      <p:pic>
        <p:nvPicPr>
          <p:cNvPr id="3" name="Picture 2" descr="The image illustrates a flowchart for data analysis, starting with checking if data values are missing and deciding between single or multiple imputation methods, followed by maximum likelihood analysis.&#10;&#10;AI-generated content may be incorrect.">
            <a:extLst>
              <a:ext uri="{FF2B5EF4-FFF2-40B4-BE49-F238E27FC236}">
                <a16:creationId xmlns:a16="http://schemas.microsoft.com/office/drawing/2014/main" id="{BB9AE91A-5452-96CC-09A9-133E378C9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688" y="1025719"/>
            <a:ext cx="5210902" cy="302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12952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{EAC1584E-BD28-47EF-9630-F926C5E5F6FA}05f950ec-c865-457c-93ae-9eb2ef1c603f-TFa19fa653-f273-4169-96ef-448bb1cd1027_win32</Template>
  <TotalTime>319</TotalTime>
  <Words>394</Words>
  <Application>Microsoft Office PowerPoint</Application>
  <PresentationFormat>Widescreen</PresentationFormat>
  <Paragraphs>94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Neue Haas Grotesk Text Pro</vt:lpstr>
      <vt:lpstr>Wingdings</vt:lpstr>
      <vt:lpstr>OasisVTI</vt:lpstr>
      <vt:lpstr>PowerPoint Presentation</vt:lpstr>
      <vt:lpstr>Feature Engineering, Data Preparation &amp; Data Quality</vt:lpstr>
      <vt:lpstr>Feature Engineering</vt:lpstr>
      <vt:lpstr>Curse of Dimensionality</vt:lpstr>
      <vt:lpstr>Preparing Data for TF-IDF</vt:lpstr>
      <vt:lpstr>TF-IDF with Spark</vt:lpstr>
      <vt:lpstr>Lab – Preparing Data for TF-IDF Part 1</vt:lpstr>
      <vt:lpstr>Lab – Preparing Data for TF-IDF Part 2</vt:lpstr>
      <vt:lpstr>Imputing Missing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Mahadeva</dc:creator>
  <cp:lastModifiedBy>Naga Mahadeva</cp:lastModifiedBy>
  <cp:revision>1</cp:revision>
  <dcterms:created xsi:type="dcterms:W3CDTF">2026-05-22T01:39:06Z</dcterms:created>
  <dcterms:modified xsi:type="dcterms:W3CDTF">2026-10-02T22:16:20Z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