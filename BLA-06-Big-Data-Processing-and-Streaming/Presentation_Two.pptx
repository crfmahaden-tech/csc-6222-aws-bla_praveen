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5"/>
  </p:notesMasterIdLst>
  <p:sldIdLst>
    <p:sldId id="2767" r:id="rId5"/>
    <p:sldId id="2768" r:id="rId6"/>
    <p:sldId id="2769" r:id="rId7"/>
    <p:sldId id="2770" r:id="rId8"/>
    <p:sldId id="2771" r:id="rId9"/>
    <p:sldId id="2772" r:id="rId10"/>
    <p:sldId id="2773" r:id="rId11"/>
    <p:sldId id="2774" r:id="rId12"/>
    <p:sldId id="2775" r:id="rId13"/>
    <p:sldId id="277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B302D9-4516-4AD0-8952-7B20B63A4DE4}" v="31" dt="2026-10-02T18:10:00.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95"/>
  </p:normalViewPr>
  <p:slideViewPr>
    <p:cSldViewPr snapToGrid="0">
      <p:cViewPr>
        <p:scale>
          <a:sx n="120" d="100"/>
          <a:sy n="120" d="100"/>
        </p:scale>
        <p:origin x="1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 Mahadeva" userId="2d3d2e38f9c357bf" providerId="LiveId" clId="{89A268DB-4518-41DC-B1E4-35446A2DC78F}"/>
    <pc:docChg chg="undo custSel delSld modSld">
      <pc:chgData name="Naga Mahadeva" userId="2d3d2e38f9c357bf" providerId="LiveId" clId="{89A268DB-4518-41DC-B1E4-35446A2DC78F}" dt="2026-10-02T19:29:19.356" v="667" actId="27614"/>
      <pc:docMkLst>
        <pc:docMk/>
      </pc:docMkLst>
      <pc:sldChg chg="addSp modSp mod">
        <pc:chgData name="Naga Mahadeva" userId="2d3d2e38f9c357bf" providerId="LiveId" clId="{89A268DB-4518-41DC-B1E4-35446A2DC78F}" dt="2026-10-02T17:59:11.974" v="564" actId="20577"/>
        <pc:sldMkLst>
          <pc:docMk/>
          <pc:sldMk cId="4182614578" sldId="2767"/>
        </pc:sldMkLst>
        <pc:spChg chg="mod">
          <ac:chgData name="Naga Mahadeva" userId="2d3d2e38f9c357bf" providerId="LiveId" clId="{89A268DB-4518-41DC-B1E4-35446A2DC78F}" dt="2026-10-02T17:59:06.112" v="551"/>
          <ac:spMkLst>
            <pc:docMk/>
            <pc:sldMk cId="4182614578" sldId="2767"/>
            <ac:spMk id="3" creationId="{7604D864-A6BD-C75F-9B88-BAB58775ABDD}"/>
          </ac:spMkLst>
        </pc:spChg>
        <pc:spChg chg="mod">
          <ac:chgData name="Naga Mahadeva" userId="2d3d2e38f9c357bf" providerId="LiveId" clId="{89A268DB-4518-41DC-B1E4-35446A2DC78F}" dt="2026-10-02T17:59:11.974" v="564" actId="20577"/>
          <ac:spMkLst>
            <pc:docMk/>
            <pc:sldMk cId="4182614578" sldId="2767"/>
            <ac:spMk id="7" creationId="{396580F1-5F2C-1782-40E0-83E80CDC0535}"/>
          </ac:spMkLst>
        </pc:spChg>
      </pc:sldChg>
      <pc:sldChg chg="addSp delSp modSp mod">
        <pc:chgData name="Naga Mahadeva" userId="2d3d2e38f9c357bf" providerId="LiveId" clId="{89A268DB-4518-41DC-B1E4-35446A2DC78F}" dt="2026-10-02T19:16:11.404" v="630" actId="1076"/>
        <pc:sldMkLst>
          <pc:docMk/>
          <pc:sldMk cId="2523674139" sldId="2768"/>
        </pc:sldMkLst>
        <pc:spChg chg="mod">
          <ac:chgData name="Naga Mahadeva" userId="2d3d2e38f9c357bf" providerId="LiveId" clId="{89A268DB-4518-41DC-B1E4-35446A2DC78F}" dt="2026-10-02T17:59:34.666" v="565"/>
          <ac:spMkLst>
            <pc:docMk/>
            <pc:sldMk cId="2523674139" sldId="2768"/>
            <ac:spMk id="7" creationId="{28F859CA-7C72-396B-A011-01E1A52FC6AE}"/>
          </ac:spMkLst>
        </pc:spChg>
        <pc:spChg chg="mod">
          <ac:chgData name="Naga Mahadeva" userId="2d3d2e38f9c357bf" providerId="LiveId" clId="{89A268DB-4518-41DC-B1E4-35446A2DC78F}" dt="2026-10-02T18:00:11.228" v="568"/>
          <ac:spMkLst>
            <pc:docMk/>
            <pc:sldMk cId="2523674139" sldId="2768"/>
            <ac:spMk id="9" creationId="{40ADE7B3-947E-7624-EAA2-7BD216246076}"/>
          </ac:spMkLst>
        </pc:spChg>
        <pc:picChg chg="add mod">
          <ac:chgData name="Naga Mahadeva" userId="2d3d2e38f9c357bf" providerId="LiveId" clId="{89A268DB-4518-41DC-B1E4-35446A2DC78F}" dt="2026-10-02T19:16:11.404" v="630" actId="1076"/>
          <ac:picMkLst>
            <pc:docMk/>
            <pc:sldMk cId="2523674139" sldId="2768"/>
            <ac:picMk id="3" creationId="{A42A7983-82B7-8773-77D8-9C26D2204268}"/>
          </ac:picMkLst>
        </pc:picChg>
        <pc:picChg chg="add del mod">
          <ac:chgData name="Naga Mahadeva" userId="2d3d2e38f9c357bf" providerId="LiveId" clId="{89A268DB-4518-41DC-B1E4-35446A2DC78F}" dt="2026-10-02T18:00:15.327" v="569" actId="478"/>
          <ac:picMkLst>
            <pc:docMk/>
            <pc:sldMk cId="2523674139" sldId="2768"/>
            <ac:picMk id="4" creationId="{F5591E7A-7E91-0ECE-DCCC-7FD6FC6428EE}"/>
          </ac:picMkLst>
        </pc:picChg>
      </pc:sldChg>
      <pc:sldChg chg="addSp delSp modSp mod">
        <pc:chgData name="Naga Mahadeva" userId="2d3d2e38f9c357bf" providerId="LiveId" clId="{89A268DB-4518-41DC-B1E4-35446A2DC78F}" dt="2026-10-02T19:17:18.833" v="636" actId="27614"/>
        <pc:sldMkLst>
          <pc:docMk/>
          <pc:sldMk cId="501066885" sldId="2769"/>
        </pc:sldMkLst>
        <pc:spChg chg="mod">
          <ac:chgData name="Naga Mahadeva" userId="2d3d2e38f9c357bf" providerId="LiveId" clId="{89A268DB-4518-41DC-B1E4-35446A2DC78F}" dt="2026-10-02T18:03:05.314" v="580"/>
          <ac:spMkLst>
            <pc:docMk/>
            <pc:sldMk cId="501066885" sldId="2769"/>
            <ac:spMk id="7" creationId="{C78C6B7F-085C-9294-EFAC-03451D3A03E5}"/>
          </ac:spMkLst>
        </pc:spChg>
        <pc:spChg chg="mod">
          <ac:chgData name="Naga Mahadeva" userId="2d3d2e38f9c357bf" providerId="LiveId" clId="{89A268DB-4518-41DC-B1E4-35446A2DC78F}" dt="2026-10-02T18:01:05.538" v="577"/>
          <ac:spMkLst>
            <pc:docMk/>
            <pc:sldMk cId="501066885" sldId="2769"/>
            <ac:spMk id="9" creationId="{D9CB54BA-DE5C-EB6E-FBFE-20BF50F8B8CA}"/>
          </ac:spMkLst>
        </pc:spChg>
        <pc:picChg chg="add mod">
          <ac:chgData name="Naga Mahadeva" userId="2d3d2e38f9c357bf" providerId="LiveId" clId="{89A268DB-4518-41DC-B1E4-35446A2DC78F}" dt="2026-10-02T19:17:18.833" v="636" actId="27614"/>
          <ac:picMkLst>
            <pc:docMk/>
            <pc:sldMk cId="501066885" sldId="2769"/>
            <ac:picMk id="3" creationId="{FEA5E33B-881B-C822-3FC5-67CB61B80AAF}"/>
          </ac:picMkLst>
        </pc:picChg>
        <pc:picChg chg="add del mod">
          <ac:chgData name="Naga Mahadeva" userId="2d3d2e38f9c357bf" providerId="LiveId" clId="{89A268DB-4518-41DC-B1E4-35446A2DC78F}" dt="2026-10-02T18:00:50.508" v="574" actId="478"/>
          <ac:picMkLst>
            <pc:docMk/>
            <pc:sldMk cId="501066885" sldId="2769"/>
            <ac:picMk id="4" creationId="{A27EC4BC-D746-441A-C494-C6D5C73D4ED1}"/>
          </ac:picMkLst>
        </pc:picChg>
      </pc:sldChg>
      <pc:sldChg chg="addSp delSp modSp mod">
        <pc:chgData name="Naga Mahadeva" userId="2d3d2e38f9c357bf" providerId="LiveId" clId="{89A268DB-4518-41DC-B1E4-35446A2DC78F}" dt="2026-10-02T19:18:02.270" v="640" actId="27614"/>
        <pc:sldMkLst>
          <pc:docMk/>
          <pc:sldMk cId="1992267581" sldId="2770"/>
        </pc:sldMkLst>
        <pc:spChg chg="mod">
          <ac:chgData name="Naga Mahadeva" userId="2d3d2e38f9c357bf" providerId="LiveId" clId="{89A268DB-4518-41DC-B1E4-35446A2DC78F}" dt="2026-10-02T18:03:47.838" v="584"/>
          <ac:spMkLst>
            <pc:docMk/>
            <pc:sldMk cId="1992267581" sldId="2770"/>
            <ac:spMk id="7" creationId="{AB72A493-14A7-8A96-4441-F4832FBFAAE1}"/>
          </ac:spMkLst>
        </pc:spChg>
        <pc:spChg chg="mod">
          <ac:chgData name="Naga Mahadeva" userId="2d3d2e38f9c357bf" providerId="LiveId" clId="{89A268DB-4518-41DC-B1E4-35446A2DC78F}" dt="2026-10-02T18:03:21.381" v="581"/>
          <ac:spMkLst>
            <pc:docMk/>
            <pc:sldMk cId="1992267581" sldId="2770"/>
            <ac:spMk id="9" creationId="{75925430-0878-B328-D60C-3C46E3A35A8E}"/>
          </ac:spMkLst>
        </pc:spChg>
        <pc:picChg chg="add del mod">
          <ac:chgData name="Naga Mahadeva" userId="2d3d2e38f9c357bf" providerId="LiveId" clId="{89A268DB-4518-41DC-B1E4-35446A2DC78F}" dt="2026-10-02T18:04:07.339" v="587" actId="478"/>
          <ac:picMkLst>
            <pc:docMk/>
            <pc:sldMk cId="1992267581" sldId="2770"/>
            <ac:picMk id="3" creationId="{08B25B00-3621-6D63-E7C8-FCB802F368C2}"/>
          </ac:picMkLst>
        </pc:picChg>
        <pc:picChg chg="add mod">
          <ac:chgData name="Naga Mahadeva" userId="2d3d2e38f9c357bf" providerId="LiveId" clId="{89A268DB-4518-41DC-B1E4-35446A2DC78F}" dt="2026-10-02T19:18:02.270" v="640" actId="27614"/>
          <ac:picMkLst>
            <pc:docMk/>
            <pc:sldMk cId="1992267581" sldId="2770"/>
            <ac:picMk id="4" creationId="{7E7752E5-177D-877B-A245-FB8FD37D4247}"/>
          </ac:picMkLst>
        </pc:picChg>
      </pc:sldChg>
      <pc:sldChg chg="addSp delSp modSp mod">
        <pc:chgData name="Naga Mahadeva" userId="2d3d2e38f9c357bf" providerId="LiveId" clId="{89A268DB-4518-41DC-B1E4-35446A2DC78F}" dt="2026-10-02T19:18:47.078" v="645" actId="27614"/>
        <pc:sldMkLst>
          <pc:docMk/>
          <pc:sldMk cId="4290495646" sldId="2771"/>
        </pc:sldMkLst>
        <pc:spChg chg="mod">
          <ac:chgData name="Naga Mahadeva" userId="2d3d2e38f9c357bf" providerId="LiveId" clId="{89A268DB-4518-41DC-B1E4-35446A2DC78F}" dt="2026-10-02T18:04:01.925" v="585"/>
          <ac:spMkLst>
            <pc:docMk/>
            <pc:sldMk cId="4290495646" sldId="2771"/>
            <ac:spMk id="7" creationId="{F5A900BB-2082-BDB1-9B47-92E75EC284B1}"/>
          </ac:spMkLst>
        </pc:spChg>
        <pc:spChg chg="mod">
          <ac:chgData name="Naga Mahadeva" userId="2d3d2e38f9c357bf" providerId="LiveId" clId="{89A268DB-4518-41DC-B1E4-35446A2DC78F}" dt="2026-10-02T18:04:43.125" v="591"/>
          <ac:spMkLst>
            <pc:docMk/>
            <pc:sldMk cId="4290495646" sldId="2771"/>
            <ac:spMk id="8" creationId="{58190787-969A-0913-6F9F-5B1310FC9333}"/>
          </ac:spMkLst>
        </pc:spChg>
        <pc:picChg chg="add mod">
          <ac:chgData name="Naga Mahadeva" userId="2d3d2e38f9c357bf" providerId="LiveId" clId="{89A268DB-4518-41DC-B1E4-35446A2DC78F}" dt="2026-10-02T19:18:47.078" v="645" actId="27614"/>
          <ac:picMkLst>
            <pc:docMk/>
            <pc:sldMk cId="4290495646" sldId="2771"/>
            <ac:picMk id="3" creationId="{53983595-6995-B655-AE9D-942A278C159D}"/>
          </ac:picMkLst>
        </pc:picChg>
        <pc:picChg chg="add del mod">
          <ac:chgData name="Naga Mahadeva" userId="2d3d2e38f9c357bf" providerId="LiveId" clId="{89A268DB-4518-41DC-B1E4-35446A2DC78F}" dt="2026-10-02T18:04:04.460" v="586" actId="478"/>
          <ac:picMkLst>
            <pc:docMk/>
            <pc:sldMk cId="4290495646" sldId="2771"/>
            <ac:picMk id="4" creationId="{876BD22D-19B3-1FB0-1A71-686ED4890412}"/>
          </ac:picMkLst>
        </pc:picChg>
      </pc:sldChg>
      <pc:sldChg chg="addSp delSp modSp mod">
        <pc:chgData name="Naga Mahadeva" userId="2d3d2e38f9c357bf" providerId="LiveId" clId="{89A268DB-4518-41DC-B1E4-35446A2DC78F}" dt="2026-10-02T19:19:55.252" v="653" actId="1076"/>
        <pc:sldMkLst>
          <pc:docMk/>
          <pc:sldMk cId="673386160" sldId="2772"/>
        </pc:sldMkLst>
        <pc:spChg chg="mod">
          <ac:chgData name="Naga Mahadeva" userId="2d3d2e38f9c357bf" providerId="LiveId" clId="{89A268DB-4518-41DC-B1E4-35446A2DC78F}" dt="2026-10-02T18:05:01.337" v="592"/>
          <ac:spMkLst>
            <pc:docMk/>
            <pc:sldMk cId="673386160" sldId="2772"/>
            <ac:spMk id="7" creationId="{5A729299-2ACE-58EE-C6A2-9612CF07C785}"/>
          </ac:spMkLst>
        </pc:spChg>
        <pc:spChg chg="mod">
          <ac:chgData name="Naga Mahadeva" userId="2d3d2e38f9c357bf" providerId="LiveId" clId="{89A268DB-4518-41DC-B1E4-35446A2DC78F}" dt="2026-10-02T18:06:43.355" v="595"/>
          <ac:spMkLst>
            <pc:docMk/>
            <pc:sldMk cId="673386160" sldId="2772"/>
            <ac:spMk id="8" creationId="{C7513FB3-E6AA-239A-7A9B-384CC113B573}"/>
          </ac:spMkLst>
        </pc:spChg>
        <pc:picChg chg="add mod">
          <ac:chgData name="Naga Mahadeva" userId="2d3d2e38f9c357bf" providerId="LiveId" clId="{89A268DB-4518-41DC-B1E4-35446A2DC78F}" dt="2026-10-02T19:19:55.252" v="653" actId="1076"/>
          <ac:picMkLst>
            <pc:docMk/>
            <pc:sldMk cId="673386160" sldId="2772"/>
            <ac:picMk id="3" creationId="{2F9EEEB6-8A72-50D3-39BF-FA5888456EB6}"/>
          </ac:picMkLst>
        </pc:picChg>
        <pc:picChg chg="add del mod">
          <ac:chgData name="Naga Mahadeva" userId="2d3d2e38f9c357bf" providerId="LiveId" clId="{89A268DB-4518-41DC-B1E4-35446A2DC78F}" dt="2026-10-02T18:06:45.572" v="596" actId="478"/>
          <ac:picMkLst>
            <pc:docMk/>
            <pc:sldMk cId="673386160" sldId="2772"/>
            <ac:picMk id="4" creationId="{B89571CE-6786-5BA7-8697-1F0FDC6F158E}"/>
          </ac:picMkLst>
        </pc:picChg>
      </pc:sldChg>
      <pc:sldChg chg="addSp delSp modSp mod">
        <pc:chgData name="Naga Mahadeva" userId="2d3d2e38f9c357bf" providerId="LiveId" clId="{89A268DB-4518-41DC-B1E4-35446A2DC78F}" dt="2026-10-02T19:21:55.911" v="660" actId="27614"/>
        <pc:sldMkLst>
          <pc:docMk/>
          <pc:sldMk cId="185974604" sldId="2773"/>
        </pc:sldMkLst>
        <pc:spChg chg="mod">
          <ac:chgData name="Naga Mahadeva" userId="2d3d2e38f9c357bf" providerId="LiveId" clId="{89A268DB-4518-41DC-B1E4-35446A2DC78F}" dt="2026-10-02T18:07:00.560" v="597"/>
          <ac:spMkLst>
            <pc:docMk/>
            <pc:sldMk cId="185974604" sldId="2773"/>
            <ac:spMk id="7" creationId="{05E9BB1F-D11A-87CE-826B-6EC136FE52B4}"/>
          </ac:spMkLst>
        </pc:spChg>
        <pc:spChg chg="mod">
          <ac:chgData name="Naga Mahadeva" userId="2d3d2e38f9c357bf" providerId="LiveId" clId="{89A268DB-4518-41DC-B1E4-35446A2DC78F}" dt="2026-10-02T18:07:30.114" v="600"/>
          <ac:spMkLst>
            <pc:docMk/>
            <pc:sldMk cId="185974604" sldId="2773"/>
            <ac:spMk id="8" creationId="{5A15F547-5740-9FD8-A1BB-400740D9130A}"/>
          </ac:spMkLst>
        </pc:spChg>
        <pc:picChg chg="add del">
          <ac:chgData name="Naga Mahadeva" userId="2d3d2e38f9c357bf" providerId="LiveId" clId="{89A268DB-4518-41DC-B1E4-35446A2DC78F}" dt="2026-10-02T19:21:04.232" v="655" actId="478"/>
          <ac:picMkLst>
            <pc:docMk/>
            <pc:sldMk cId="185974604" sldId="2773"/>
            <ac:picMk id="3" creationId="{1C52BB9C-1019-C0BD-50E1-D59214B7DC76}"/>
          </ac:picMkLst>
        </pc:picChg>
        <pc:picChg chg="add del mod">
          <ac:chgData name="Naga Mahadeva" userId="2d3d2e38f9c357bf" providerId="LiveId" clId="{89A268DB-4518-41DC-B1E4-35446A2DC78F}" dt="2026-10-02T18:07:32.592" v="601" actId="478"/>
          <ac:picMkLst>
            <pc:docMk/>
            <pc:sldMk cId="185974604" sldId="2773"/>
            <ac:picMk id="4" creationId="{96FE9FDE-3047-5625-6673-5DB2D61371C5}"/>
          </ac:picMkLst>
        </pc:picChg>
        <pc:picChg chg="add mod">
          <ac:chgData name="Naga Mahadeva" userId="2d3d2e38f9c357bf" providerId="LiveId" clId="{89A268DB-4518-41DC-B1E4-35446A2DC78F}" dt="2026-10-02T19:21:55.911" v="660" actId="27614"/>
          <ac:picMkLst>
            <pc:docMk/>
            <pc:sldMk cId="185974604" sldId="2773"/>
            <ac:picMk id="6" creationId="{292ADDE3-E392-D073-CBD6-3509B7F89B18}"/>
          </ac:picMkLst>
        </pc:picChg>
      </pc:sldChg>
      <pc:sldChg chg="addSp delSp modSp mod">
        <pc:chgData name="Naga Mahadeva" userId="2d3d2e38f9c357bf" providerId="LiveId" clId="{89A268DB-4518-41DC-B1E4-35446A2DC78F}" dt="2026-10-02T19:28:29.744" v="663" actId="27614"/>
        <pc:sldMkLst>
          <pc:docMk/>
          <pc:sldMk cId="3324089155" sldId="2774"/>
        </pc:sldMkLst>
        <pc:spChg chg="mod">
          <ac:chgData name="Naga Mahadeva" userId="2d3d2e38f9c357bf" providerId="LiveId" clId="{89A268DB-4518-41DC-B1E4-35446A2DC78F}" dt="2026-10-02T18:07:47.295" v="602"/>
          <ac:spMkLst>
            <pc:docMk/>
            <pc:sldMk cId="3324089155" sldId="2774"/>
            <ac:spMk id="7" creationId="{BAB10154-5B1F-CDF6-8A0B-5907AA107CB2}"/>
          </ac:spMkLst>
        </pc:spChg>
        <pc:spChg chg="mod">
          <ac:chgData name="Naga Mahadeva" userId="2d3d2e38f9c357bf" providerId="LiveId" clId="{89A268DB-4518-41DC-B1E4-35446A2DC78F}" dt="2026-10-02T18:08:19.576" v="605"/>
          <ac:spMkLst>
            <pc:docMk/>
            <pc:sldMk cId="3324089155" sldId="2774"/>
            <ac:spMk id="8" creationId="{8556B45E-E369-FDDD-CF47-5215D36249D5}"/>
          </ac:spMkLst>
        </pc:spChg>
        <pc:picChg chg="add mod">
          <ac:chgData name="Naga Mahadeva" userId="2d3d2e38f9c357bf" providerId="LiveId" clId="{89A268DB-4518-41DC-B1E4-35446A2DC78F}" dt="2026-10-02T19:28:29.744" v="663" actId="27614"/>
          <ac:picMkLst>
            <pc:docMk/>
            <pc:sldMk cId="3324089155" sldId="2774"/>
            <ac:picMk id="3" creationId="{914EBFBF-3969-6EB7-E886-049B9929F436}"/>
          </ac:picMkLst>
        </pc:picChg>
        <pc:picChg chg="add del mod">
          <ac:chgData name="Naga Mahadeva" userId="2d3d2e38f9c357bf" providerId="LiveId" clId="{89A268DB-4518-41DC-B1E4-35446A2DC78F}" dt="2026-10-02T18:08:22.593" v="606" actId="478"/>
          <ac:picMkLst>
            <pc:docMk/>
            <pc:sldMk cId="3324089155" sldId="2774"/>
            <ac:picMk id="4" creationId="{CCA1C666-2A53-3872-65F0-A0D9B8E8AEBA}"/>
          </ac:picMkLst>
        </pc:picChg>
      </pc:sldChg>
      <pc:sldChg chg="addSp delSp modSp mod">
        <pc:chgData name="Naga Mahadeva" userId="2d3d2e38f9c357bf" providerId="LiveId" clId="{89A268DB-4518-41DC-B1E4-35446A2DC78F}" dt="2026-10-02T18:09:07.063" v="611"/>
        <pc:sldMkLst>
          <pc:docMk/>
          <pc:sldMk cId="4261812952" sldId="2775"/>
        </pc:sldMkLst>
        <pc:spChg chg="mod">
          <ac:chgData name="Naga Mahadeva" userId="2d3d2e38f9c357bf" providerId="LiveId" clId="{89A268DB-4518-41DC-B1E4-35446A2DC78F}" dt="2026-10-02T18:08:35.147" v="607"/>
          <ac:spMkLst>
            <pc:docMk/>
            <pc:sldMk cId="4261812952" sldId="2775"/>
            <ac:spMk id="7" creationId="{6BC586FC-1536-D972-9800-FC3325CA0D78}"/>
          </ac:spMkLst>
        </pc:spChg>
        <pc:spChg chg="mod">
          <ac:chgData name="Naga Mahadeva" userId="2d3d2e38f9c357bf" providerId="LiveId" clId="{89A268DB-4518-41DC-B1E4-35446A2DC78F}" dt="2026-10-02T18:09:07.063" v="611"/>
          <ac:spMkLst>
            <pc:docMk/>
            <pc:sldMk cId="4261812952" sldId="2775"/>
            <ac:spMk id="8" creationId="{A44AD5BB-4857-8D6E-7B01-3A12B2AB7011}"/>
          </ac:spMkLst>
        </pc:spChg>
        <pc:picChg chg="add del mod">
          <ac:chgData name="Naga Mahadeva" userId="2d3d2e38f9c357bf" providerId="LiveId" clId="{89A268DB-4518-41DC-B1E4-35446A2DC78F}" dt="2026-10-02T18:08:56.078" v="610" actId="478"/>
          <ac:picMkLst>
            <pc:docMk/>
            <pc:sldMk cId="4261812952" sldId="2775"/>
            <ac:picMk id="4" creationId="{BCAB1371-F840-3B2B-65E3-2417DF2C6B00}"/>
          </ac:picMkLst>
        </pc:picChg>
      </pc:sldChg>
      <pc:sldChg chg="addSp delSp modSp mod">
        <pc:chgData name="Naga Mahadeva" userId="2d3d2e38f9c357bf" providerId="LiveId" clId="{89A268DB-4518-41DC-B1E4-35446A2DC78F}" dt="2026-10-02T19:29:19.356" v="667" actId="27614"/>
        <pc:sldMkLst>
          <pc:docMk/>
          <pc:sldMk cId="2233627133" sldId="2776"/>
        </pc:sldMkLst>
        <pc:spChg chg="mod">
          <ac:chgData name="Naga Mahadeva" userId="2d3d2e38f9c357bf" providerId="LiveId" clId="{89A268DB-4518-41DC-B1E4-35446A2DC78F}" dt="2026-10-02T18:09:20.106" v="612"/>
          <ac:spMkLst>
            <pc:docMk/>
            <pc:sldMk cId="2233627133" sldId="2776"/>
            <ac:spMk id="7" creationId="{C1BD7516-7145-1E87-2B75-069958BF6294}"/>
          </ac:spMkLst>
        </pc:spChg>
        <pc:spChg chg="mod">
          <ac:chgData name="Naga Mahadeva" userId="2d3d2e38f9c357bf" providerId="LiveId" clId="{89A268DB-4518-41DC-B1E4-35446A2DC78F}" dt="2026-10-02T18:10:00.921" v="620"/>
          <ac:spMkLst>
            <pc:docMk/>
            <pc:sldMk cId="2233627133" sldId="2776"/>
            <ac:spMk id="8" creationId="{76F90712-F305-46B7-6DAD-26942F7F2B41}"/>
          </ac:spMkLst>
        </pc:spChg>
        <pc:picChg chg="add mod">
          <ac:chgData name="Naga Mahadeva" userId="2d3d2e38f9c357bf" providerId="LiveId" clId="{89A268DB-4518-41DC-B1E4-35446A2DC78F}" dt="2026-10-02T19:29:19.356" v="667" actId="27614"/>
          <ac:picMkLst>
            <pc:docMk/>
            <pc:sldMk cId="2233627133" sldId="2776"/>
            <ac:picMk id="3" creationId="{F5590A89-E708-42F5-09AA-ED25A79417D8}"/>
          </ac:picMkLst>
        </pc:picChg>
        <pc:picChg chg="add del mod">
          <ac:chgData name="Naga Mahadeva" userId="2d3d2e38f9c357bf" providerId="LiveId" clId="{89A268DB-4518-41DC-B1E4-35446A2DC78F}" dt="2026-10-02T18:09:55.078" v="617" actId="478"/>
          <ac:picMkLst>
            <pc:docMk/>
            <pc:sldMk cId="2233627133" sldId="2776"/>
            <ac:picMk id="4" creationId="{95E5A9F3-D612-5D8C-6653-D3A437A43F0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D05EE-1874-40CA-ACBB-AAFE8CEAEC56}" type="datetimeFigureOut">
              <a:t>10/2/2026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B9498-FDEE-4498-AC3A-C83DFCC8A50A}" type="slidenum">
              <a:t>‹#›</a:t>
            </a:fld>
            <a:endParaRPr lang="en-US" dirty="0"/>
          </a:p>
        </p:txBody>
      </p:sp>
    </p:spTree>
    <p:extLst>
      <p:ext uri="{BB962C8B-B14F-4D97-AF65-F5344CB8AC3E}">
        <p14:creationId xmlns:p14="http://schemas.microsoft.com/office/powerpoint/2010/main" val="90077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65C32D-63EE-4133-9108-A2BD34E475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162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9B9498-FDEE-4498-AC3A-C83DFCC8A50A}" type="slidenum">
              <a:rPr lang="en-IN" smtClean="0"/>
              <a:t>10</a:t>
            </a:fld>
            <a:endParaRPr lang="en-IN" dirty="0"/>
          </a:p>
        </p:txBody>
      </p:sp>
    </p:spTree>
    <p:extLst>
      <p:ext uri="{BB962C8B-B14F-4D97-AF65-F5344CB8AC3E}">
        <p14:creationId xmlns:p14="http://schemas.microsoft.com/office/powerpoint/2010/main" val="846433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61135109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10/2/2026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894100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10/2/2026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477205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834443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661847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77403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29328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9114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10/2/2026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9664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281630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Click to edit Master text styles</a:t>
            </a:r>
          </a:p>
          <a:p>
            <a:pPr marL="228600" marR="0" lvl="1"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Second level</a:t>
            </a:r>
          </a:p>
          <a:p>
            <a:pPr marL="228600" marR="0" lvl="2"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Third level</a:t>
            </a:r>
          </a:p>
          <a:p>
            <a:pPr marL="228600" marR="0" lvl="3"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Fourth level</a:t>
            </a:r>
          </a:p>
          <a:p>
            <a:pPr marL="228600" marR="0" lvl="4"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Fifth level</a:t>
            </a:r>
            <a:endParaRPr kumimoji="0" lang="en-US" sz="11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3164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3031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453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2960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24222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6629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84812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02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760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65717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04395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601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8271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3609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2136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55944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958866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897144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9786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811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70654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209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8326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10/2/2026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174034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10/2/2026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17012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10/2/2026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76793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10/2/2026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36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10/2/2026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1453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10/2/2026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85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10/2/2026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690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10/2/2026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4669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260929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387180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6640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10/2/2026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183467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10/2/2026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214638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10/2/2026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317099004"/>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740" r:id="rId3"/>
    <p:sldLayoutId id="2147483686"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604D864-A6BD-C75F-9B88-BAB58775ABDD}"/>
              </a:ext>
            </a:extLst>
          </p:cNvPr>
          <p:cNvSpPr>
            <a:spLocks noGrp="1"/>
          </p:cNvSpPr>
          <p:nvPr>
            <p:ph type="subTitle" idx="1"/>
          </p:nvPr>
        </p:nvSpPr>
        <p:spPr>
          <a:xfrm>
            <a:off x="955482" y="1025718"/>
            <a:ext cx="10742212" cy="2695493"/>
          </a:xfrm>
        </p:spPr>
        <p:txBody>
          <a:bodyPr anchor="t">
            <a:noAutofit/>
          </a:bodyPr>
          <a:lstStyle/>
          <a:p>
            <a:r>
              <a:rPr lang="en-IN" sz="6000" dirty="0"/>
              <a:t>Data Transformation, EMR, Hadoop &amp; Apache Spark</a:t>
            </a:r>
            <a:endParaRPr lang="en-US" sz="6000" dirty="0"/>
          </a:p>
        </p:txBody>
      </p:sp>
      <p:sp>
        <p:nvSpPr>
          <p:cNvPr id="7" name="TextBox 6">
            <a:extLst>
              <a:ext uri="{FF2B5EF4-FFF2-40B4-BE49-F238E27FC236}">
                <a16:creationId xmlns:a16="http://schemas.microsoft.com/office/drawing/2014/main" id="{396580F1-5F2C-1782-40E0-83E80CDC0535}"/>
              </a:ext>
            </a:extLst>
          </p:cNvPr>
          <p:cNvSpPr txBox="1"/>
          <p:nvPr/>
        </p:nvSpPr>
        <p:spPr>
          <a:xfrm>
            <a:off x="3660080" y="4532262"/>
            <a:ext cx="7217304" cy="830997"/>
          </a:xfrm>
          <a:prstGeom prst="rect">
            <a:avLst/>
          </a:prstGeom>
          <a:noFill/>
        </p:spPr>
        <p:txBody>
          <a:bodyPr wrap="square" rtlCol="0">
            <a:spAutoFit/>
          </a:bodyPr>
          <a:lstStyle/>
          <a:p>
            <a:pPr marL="285750" indent="-285750">
              <a:buFont typeface="Arial" panose="020B0604020202020204" pitchFamily="34" charset="0"/>
              <a:buChar char="•"/>
            </a:pPr>
            <a:r>
              <a:rPr lang="en-IN" sz="2400" dirty="0">
                <a:solidFill>
                  <a:schemeClr val="bg2"/>
                </a:solidFill>
              </a:rPr>
              <a:t>Presented by : Praveen</a:t>
            </a:r>
          </a:p>
          <a:p>
            <a:pPr marL="285750" indent="-285750">
              <a:buFont typeface="Arial" panose="020B0604020202020204" pitchFamily="34" charset="0"/>
              <a:buChar char="•"/>
            </a:pPr>
            <a:r>
              <a:rPr lang="en-IN" sz="2400" dirty="0">
                <a:solidFill>
                  <a:schemeClr val="bg2"/>
                </a:solidFill>
              </a:rPr>
              <a:t>Faculty Advisor : Dr. Victor </a:t>
            </a:r>
            <a:r>
              <a:rPr lang="en-IN" sz="2400" dirty="0" err="1">
                <a:solidFill>
                  <a:schemeClr val="bg2"/>
                </a:solidFill>
              </a:rPr>
              <a:t>Govindaswamy</a:t>
            </a:r>
            <a:endParaRPr lang="en-IN" sz="2400" dirty="0">
              <a:solidFill>
                <a:schemeClr val="bg2"/>
              </a:solidFill>
            </a:endParaRPr>
          </a:p>
        </p:txBody>
      </p:sp>
    </p:spTree>
    <p:extLst>
      <p:ext uri="{BB962C8B-B14F-4D97-AF65-F5344CB8AC3E}">
        <p14:creationId xmlns:p14="http://schemas.microsoft.com/office/powerpoint/2010/main" val="4182614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8F859CA-7C72-396B-A011-01E1A52FC6AE}"/>
              </a:ext>
            </a:extLst>
          </p:cNvPr>
          <p:cNvSpPr>
            <a:spLocks noGrp="1"/>
          </p:cNvSpPr>
          <p:nvPr>
            <p:ph type="title"/>
          </p:nvPr>
        </p:nvSpPr>
        <p:spPr>
          <a:xfrm>
            <a:off x="0" y="237387"/>
            <a:ext cx="12192000" cy="1026869"/>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Data Transformation, EMR, Hadoop &amp; Apache Spark</a:t>
            </a:r>
          </a:p>
        </p:txBody>
      </p:sp>
      <p:sp>
        <p:nvSpPr>
          <p:cNvPr id="9" name="TextBox 8">
            <a:extLst>
              <a:ext uri="{FF2B5EF4-FFF2-40B4-BE49-F238E27FC236}">
                <a16:creationId xmlns:a16="http://schemas.microsoft.com/office/drawing/2014/main" id="{40ADE7B3-947E-7624-EAA2-7BD216246076}"/>
              </a:ext>
            </a:extLst>
          </p:cNvPr>
          <p:cNvSpPr txBox="1"/>
          <p:nvPr/>
        </p:nvSpPr>
        <p:spPr>
          <a:xfrm>
            <a:off x="1103864" y="1530048"/>
            <a:ext cx="8119649" cy="4524315"/>
          </a:xfrm>
          <a:prstGeom prst="rect">
            <a:avLst/>
          </a:prstGeom>
          <a:noFill/>
        </p:spPr>
        <p:txBody>
          <a:bodyPr wrap="square" rtlCol="0">
            <a:spAutoFit/>
          </a:bodyPr>
          <a:lstStyle/>
          <a:p>
            <a:r>
              <a:rPr lang="en-US" b="1" dirty="0"/>
              <a:t>Key Functions</a:t>
            </a:r>
          </a:p>
          <a:p>
            <a:endParaRPr lang="en-US" b="1" dirty="0"/>
          </a:p>
          <a:p>
            <a:pPr marL="285750" lvl="0" indent="-285750">
              <a:buFont typeface="Wingdings" panose="05000000000000000000" pitchFamily="2" charset="2"/>
              <a:buChar char="Ø"/>
            </a:pPr>
            <a:r>
              <a:rPr lang="en-IN" dirty="0"/>
              <a:t>Data transformation </a:t>
            </a:r>
          </a:p>
          <a:p>
            <a:pPr marL="285750" lvl="0" indent="-285750">
              <a:buFont typeface="Wingdings" panose="05000000000000000000" pitchFamily="2" charset="2"/>
              <a:buChar char="Ø"/>
            </a:pPr>
            <a:r>
              <a:rPr lang="en-IN" dirty="0"/>
              <a:t>Data integrity </a:t>
            </a:r>
          </a:p>
          <a:p>
            <a:pPr marL="285750" lvl="0" indent="-285750">
              <a:buFont typeface="Wingdings" panose="05000000000000000000" pitchFamily="2" charset="2"/>
              <a:buChar char="Ø"/>
            </a:pPr>
            <a:r>
              <a:rPr lang="en-IN" dirty="0"/>
              <a:t>Feature engineering </a:t>
            </a:r>
          </a:p>
          <a:p>
            <a:pPr marL="285750" lvl="0" indent="-285750">
              <a:buFont typeface="Wingdings" panose="05000000000000000000" pitchFamily="2" charset="2"/>
              <a:buChar char="Ø"/>
            </a:pPr>
            <a:r>
              <a:rPr lang="en-IN" dirty="0"/>
              <a:t>Amazon EMR </a:t>
            </a:r>
          </a:p>
          <a:p>
            <a:pPr marL="285750" lvl="0" indent="-285750">
              <a:buFont typeface="Wingdings" panose="05000000000000000000" pitchFamily="2" charset="2"/>
              <a:buChar char="Ø"/>
            </a:pPr>
            <a:r>
              <a:rPr lang="en-IN" dirty="0"/>
              <a:t>Hadoop </a:t>
            </a:r>
          </a:p>
          <a:p>
            <a:pPr marL="285750" lvl="0" indent="-285750">
              <a:buFont typeface="Wingdings" panose="05000000000000000000" pitchFamily="2" charset="2"/>
              <a:buChar char="Ø"/>
            </a:pPr>
            <a:r>
              <a:rPr lang="en-IN" dirty="0"/>
              <a:t>EMR Serverless </a:t>
            </a:r>
          </a:p>
          <a:p>
            <a:pPr marL="285750" lvl="0" indent="-285750">
              <a:buFont typeface="Wingdings" panose="05000000000000000000" pitchFamily="2" charset="2"/>
              <a:buChar char="Ø"/>
            </a:pPr>
            <a:r>
              <a:rPr lang="en-IN" dirty="0"/>
              <a:t>Apache Spark</a:t>
            </a:r>
          </a:p>
          <a:p>
            <a:endParaRPr lang="en-US" dirty="0"/>
          </a:p>
          <a:p>
            <a:r>
              <a:rPr lang="en-IN" b="1" dirty="0"/>
              <a:t>Description</a:t>
            </a:r>
          </a:p>
          <a:p>
            <a:endParaRPr lang="en-IN" b="1" dirty="0"/>
          </a:p>
          <a:p>
            <a:r>
              <a:rPr lang="en-IN" dirty="0"/>
              <a:t>This presentation focuses on transforming and processing data using AWS services and distributed data-processing technologies. It covers Amazon EMR, Hadoop, EMR Serverless, and Apache Spark.</a:t>
            </a:r>
          </a:p>
          <a:p>
            <a:pPr>
              <a:buFont typeface="Wingdings" panose="05000000000000000000" pitchFamily="2" charset="2"/>
              <a:buChar char="Ø"/>
            </a:pPr>
            <a:endParaRPr lang="en-IN" dirty="0"/>
          </a:p>
        </p:txBody>
      </p:sp>
      <p:pic>
        <p:nvPicPr>
          <p:cNvPr id="3" name="Picture 2" descr="The image illustrates a data processing workflow, starting with various data sources like Connect and Catalog, and then transforming structured data using AWS Glue, which includes features like Glue Crawlers, Elastic View, and integration with AWS services such as Data Warehouse and Databrew.&#10;&#10;AI-generated content may be incorrect.">
            <a:extLst>
              <a:ext uri="{FF2B5EF4-FFF2-40B4-BE49-F238E27FC236}">
                <a16:creationId xmlns:a16="http://schemas.microsoft.com/office/drawing/2014/main" id="{A42A7983-82B7-8773-77D8-9C26D2204268}"/>
              </a:ext>
            </a:extLst>
          </p:cNvPr>
          <p:cNvPicPr>
            <a:picLocks noChangeAspect="1"/>
          </p:cNvPicPr>
          <p:nvPr/>
        </p:nvPicPr>
        <p:blipFill>
          <a:blip r:embed="rId2"/>
          <a:stretch>
            <a:fillRect/>
          </a:stretch>
        </p:blipFill>
        <p:spPr>
          <a:xfrm>
            <a:off x="4151216" y="1530048"/>
            <a:ext cx="7460856" cy="2962690"/>
          </a:xfrm>
          <a:prstGeom prst="rect">
            <a:avLst/>
          </a:prstGeom>
        </p:spPr>
      </p:pic>
    </p:spTree>
    <p:extLst>
      <p:ext uri="{BB962C8B-B14F-4D97-AF65-F5344CB8AC3E}">
        <p14:creationId xmlns:p14="http://schemas.microsoft.com/office/powerpoint/2010/main" val="252367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78C6B7F-085C-9294-EFAC-03451D3A03E5}"/>
              </a:ext>
            </a:extLst>
          </p:cNvPr>
          <p:cNvSpPr txBox="1"/>
          <p:nvPr/>
        </p:nvSpPr>
        <p:spPr>
          <a:xfrm>
            <a:off x="1103864" y="1530048"/>
            <a:ext cx="8119649" cy="3693319"/>
          </a:xfrm>
          <a:prstGeom prst="rect">
            <a:avLst/>
          </a:prstGeom>
          <a:noFill/>
        </p:spPr>
        <p:txBody>
          <a:bodyPr wrap="square" rtlCol="0">
            <a:spAutoFit/>
          </a:bodyPr>
          <a:lstStyle/>
          <a:p>
            <a:r>
              <a:rPr lang="en-US" b="1" dirty="0"/>
              <a:t>Main Features</a:t>
            </a:r>
          </a:p>
          <a:p>
            <a:pPr marL="285750" indent="-285750">
              <a:buFont typeface="Wingdings" panose="05000000000000000000" pitchFamily="2" charset="2"/>
              <a:buChar char="Ø"/>
            </a:pPr>
            <a:endParaRPr lang="en-US" b="1" dirty="0"/>
          </a:p>
          <a:p>
            <a:pPr marL="285750" lvl="0" indent="-285750">
              <a:buFont typeface="Wingdings" panose="05000000000000000000" pitchFamily="2" charset="2"/>
              <a:buChar char="Ø"/>
            </a:pPr>
            <a:r>
              <a:rPr lang="en-IN" dirty="0"/>
              <a:t>Data transformation </a:t>
            </a:r>
          </a:p>
          <a:p>
            <a:pPr marL="285750" lvl="0" indent="-285750">
              <a:buFont typeface="Wingdings" panose="05000000000000000000" pitchFamily="2" charset="2"/>
              <a:buChar char="Ø"/>
            </a:pPr>
            <a:r>
              <a:rPr lang="en-IN" dirty="0"/>
              <a:t>Raw data </a:t>
            </a:r>
          </a:p>
          <a:p>
            <a:pPr marL="285750" lvl="0" indent="-285750">
              <a:buFont typeface="Wingdings" panose="05000000000000000000" pitchFamily="2" charset="2"/>
              <a:buChar char="Ø"/>
            </a:pPr>
            <a:r>
              <a:rPr lang="en-IN" dirty="0"/>
              <a:t>Structured data </a:t>
            </a:r>
          </a:p>
          <a:p>
            <a:pPr marL="285750" lvl="0" indent="-285750">
              <a:buFont typeface="Wingdings" panose="05000000000000000000" pitchFamily="2" charset="2"/>
              <a:buChar char="Ø"/>
            </a:pPr>
            <a:r>
              <a:rPr lang="en-IN" dirty="0"/>
              <a:t>Data processing </a:t>
            </a:r>
          </a:p>
          <a:p>
            <a:pPr marL="285750" lvl="0" indent="-285750">
              <a:buFont typeface="Wingdings" panose="05000000000000000000" pitchFamily="2" charset="2"/>
              <a:buChar char="Ø"/>
            </a:pPr>
            <a:r>
              <a:rPr lang="en-IN" dirty="0"/>
              <a:t>Preparing data for analysis</a:t>
            </a:r>
          </a:p>
          <a:p>
            <a:pPr marL="285750" indent="-285750">
              <a:buFont typeface="Wingdings" panose="05000000000000000000" pitchFamily="2" charset="2"/>
              <a:buChar char="Ø"/>
            </a:pPr>
            <a:endParaRPr lang="en-US" dirty="0"/>
          </a:p>
          <a:p>
            <a:r>
              <a:rPr lang="en-US" b="1" dirty="0"/>
              <a:t>Description</a:t>
            </a:r>
          </a:p>
          <a:p>
            <a:r>
              <a:rPr lang="en-IN" dirty="0"/>
              <a:t>Data transformation involves converting raw data into a format that can be used effectively for analysis and machine learning. Transformation is an important part of preparing data for downstream processing.</a:t>
            </a:r>
          </a:p>
          <a:p>
            <a:pPr>
              <a:buFont typeface="Wingdings" panose="05000000000000000000" pitchFamily="2" charset="2"/>
              <a:buChar char="Ø"/>
            </a:pPr>
            <a:endParaRPr lang="en-IN" dirty="0"/>
          </a:p>
        </p:txBody>
      </p:sp>
      <p:sp>
        <p:nvSpPr>
          <p:cNvPr id="9" name="Title 1">
            <a:extLst>
              <a:ext uri="{FF2B5EF4-FFF2-40B4-BE49-F238E27FC236}">
                <a16:creationId xmlns:a16="http://schemas.microsoft.com/office/drawing/2014/main" id="{D9CB54BA-DE5C-EB6E-FBFE-20BF50F8B8CA}"/>
              </a:ext>
            </a:extLst>
          </p:cNvPr>
          <p:cNvSpPr>
            <a:spLocks noGrp="1"/>
          </p:cNvSpPr>
          <p:nvPr>
            <p:ph type="title"/>
          </p:nvPr>
        </p:nvSpPr>
        <p:spPr>
          <a:xfrm>
            <a:off x="0" y="140284"/>
            <a:ext cx="12192000" cy="863128"/>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Introduction to Data Transformation</a:t>
            </a:r>
          </a:p>
        </p:txBody>
      </p:sp>
      <p:pic>
        <p:nvPicPr>
          <p:cNvPr id="3" name="Picture 2" descr="The Data Lifecycle diagram illustrates the steps from data generation and collection to processing, storage, and management, culminating in interpretation, visualization, and analysis for informed decision-making.&#10;&#10;AI-generated content may be incorrect.">
            <a:extLst>
              <a:ext uri="{FF2B5EF4-FFF2-40B4-BE49-F238E27FC236}">
                <a16:creationId xmlns:a16="http://schemas.microsoft.com/office/drawing/2014/main" id="{FEA5E33B-881B-C822-3FC5-67CB61B80AAF}"/>
              </a:ext>
            </a:extLst>
          </p:cNvPr>
          <p:cNvPicPr>
            <a:picLocks noChangeAspect="1"/>
          </p:cNvPicPr>
          <p:nvPr/>
        </p:nvPicPr>
        <p:blipFill>
          <a:blip r:embed="rId2"/>
          <a:stretch>
            <a:fillRect/>
          </a:stretch>
        </p:blipFill>
        <p:spPr>
          <a:xfrm>
            <a:off x="5096181" y="1165522"/>
            <a:ext cx="5830114" cy="2670101"/>
          </a:xfrm>
          <a:prstGeom prst="rect">
            <a:avLst/>
          </a:prstGeom>
        </p:spPr>
      </p:pic>
    </p:spTree>
    <p:extLst>
      <p:ext uri="{BB962C8B-B14F-4D97-AF65-F5344CB8AC3E}">
        <p14:creationId xmlns:p14="http://schemas.microsoft.com/office/powerpoint/2010/main" val="501066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B72A493-14A7-8A96-4441-F4832FBFAAE1}"/>
              </a:ext>
            </a:extLst>
          </p:cNvPr>
          <p:cNvSpPr txBox="1"/>
          <p:nvPr/>
        </p:nvSpPr>
        <p:spPr>
          <a:xfrm>
            <a:off x="1103864" y="1530048"/>
            <a:ext cx="8119649" cy="3693319"/>
          </a:xfrm>
          <a:prstGeom prst="rect">
            <a:avLst/>
          </a:prstGeom>
          <a:noFill/>
        </p:spPr>
        <p:txBody>
          <a:bodyPr wrap="square" rtlCol="0">
            <a:spAutoFit/>
          </a:bodyPr>
          <a:lstStyle/>
          <a:p>
            <a:r>
              <a:rPr lang="en-US" b="1" dirty="0"/>
              <a:t>Main Features</a:t>
            </a:r>
          </a:p>
          <a:p>
            <a:endParaRPr lang="en-IN" b="1" dirty="0"/>
          </a:p>
          <a:p>
            <a:pPr marL="285750" lvl="0" indent="-285750">
              <a:buFont typeface="Wingdings" panose="05000000000000000000" pitchFamily="2" charset="2"/>
              <a:buChar char="Ø"/>
            </a:pPr>
            <a:r>
              <a:rPr lang="en-IN" dirty="0"/>
              <a:t>Data quality </a:t>
            </a:r>
          </a:p>
          <a:p>
            <a:pPr marL="285750" lvl="0" indent="-285750">
              <a:buFont typeface="Wingdings" panose="05000000000000000000" pitchFamily="2" charset="2"/>
              <a:buChar char="Ø"/>
            </a:pPr>
            <a:r>
              <a:rPr lang="en-IN" dirty="0"/>
              <a:t>Consistency </a:t>
            </a:r>
          </a:p>
          <a:p>
            <a:pPr marL="285750" lvl="0" indent="-285750">
              <a:buFont typeface="Wingdings" panose="05000000000000000000" pitchFamily="2" charset="2"/>
              <a:buChar char="Ø"/>
            </a:pPr>
            <a:r>
              <a:rPr lang="en-IN" dirty="0"/>
              <a:t>Accuracy </a:t>
            </a:r>
          </a:p>
          <a:p>
            <a:pPr marL="285750" lvl="0" indent="-285750">
              <a:buFont typeface="Wingdings" panose="05000000000000000000" pitchFamily="2" charset="2"/>
              <a:buChar char="Ø"/>
            </a:pPr>
            <a:r>
              <a:rPr lang="en-IN" dirty="0"/>
              <a:t>Reliable datasets </a:t>
            </a:r>
          </a:p>
          <a:p>
            <a:pPr marL="285750" lvl="0" indent="-285750">
              <a:buFont typeface="Wingdings" panose="05000000000000000000" pitchFamily="2" charset="2"/>
              <a:buChar char="Ø"/>
            </a:pPr>
            <a:r>
              <a:rPr lang="en-IN" dirty="0"/>
              <a:t>Data validation</a:t>
            </a:r>
          </a:p>
          <a:p>
            <a:pPr marL="285750" indent="-285750">
              <a:buFont typeface="Wingdings" panose="05000000000000000000" pitchFamily="2" charset="2"/>
              <a:buChar char="Ø"/>
            </a:pPr>
            <a:endParaRPr lang="en-IN" dirty="0"/>
          </a:p>
          <a:p>
            <a:r>
              <a:rPr lang="en-IN" b="1" dirty="0"/>
              <a:t>Description</a:t>
            </a:r>
          </a:p>
          <a:p>
            <a:r>
              <a:rPr lang="en-IN" dirty="0"/>
              <a:t>Data integrity focuses on maintaining reliable and consistent data throughout the data-processing workflow. Ensuring data integrity is important because incorrect or inconsistent data can affect analysis and machine learning results.</a:t>
            </a:r>
          </a:p>
        </p:txBody>
      </p:sp>
      <p:sp>
        <p:nvSpPr>
          <p:cNvPr id="9" name="Title 1">
            <a:extLst>
              <a:ext uri="{FF2B5EF4-FFF2-40B4-BE49-F238E27FC236}">
                <a16:creationId xmlns:a16="http://schemas.microsoft.com/office/drawing/2014/main" id="{75925430-0878-B328-D60C-3C46E3A35A8E}"/>
              </a:ext>
            </a:extLst>
          </p:cNvPr>
          <p:cNvSpPr>
            <a:spLocks noGrp="1"/>
          </p:cNvSpPr>
          <p:nvPr>
            <p:ph type="title"/>
          </p:nvPr>
        </p:nvSpPr>
        <p:spPr>
          <a:xfrm>
            <a:off x="0" y="237388"/>
            <a:ext cx="12192000" cy="701288"/>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4000" dirty="0"/>
              <a:t>Data Integrity</a:t>
            </a:r>
          </a:p>
        </p:txBody>
      </p:sp>
      <p:pic>
        <p:nvPicPr>
          <p:cNvPr id="4" name="Picture 3" descr="The diagram compares data integrity and data quality, highlighting various aspects like accuracy, format, volume, actionability, and timing.&#10;&#10;AI-generated content may be incorrect.">
            <a:extLst>
              <a:ext uri="{FF2B5EF4-FFF2-40B4-BE49-F238E27FC236}">
                <a16:creationId xmlns:a16="http://schemas.microsoft.com/office/drawing/2014/main" id="{7E7752E5-177D-877B-A245-FB8FD37D4247}"/>
              </a:ext>
            </a:extLst>
          </p:cNvPr>
          <p:cNvPicPr>
            <a:picLocks noChangeAspect="1"/>
          </p:cNvPicPr>
          <p:nvPr/>
        </p:nvPicPr>
        <p:blipFill>
          <a:blip r:embed="rId2"/>
          <a:stretch>
            <a:fillRect/>
          </a:stretch>
        </p:blipFill>
        <p:spPr>
          <a:xfrm>
            <a:off x="4082060" y="938676"/>
            <a:ext cx="7135221" cy="2800282"/>
          </a:xfrm>
          <a:prstGeom prst="rect">
            <a:avLst/>
          </a:prstGeom>
        </p:spPr>
      </p:pic>
    </p:spTree>
    <p:extLst>
      <p:ext uri="{BB962C8B-B14F-4D97-AF65-F5344CB8AC3E}">
        <p14:creationId xmlns:p14="http://schemas.microsoft.com/office/powerpoint/2010/main" val="199226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5A900BB-2082-BDB1-9B47-92E75EC284B1}"/>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Amazon EMR</a:t>
            </a:r>
          </a:p>
        </p:txBody>
      </p:sp>
      <p:sp>
        <p:nvSpPr>
          <p:cNvPr id="8" name="TextBox 7">
            <a:extLst>
              <a:ext uri="{FF2B5EF4-FFF2-40B4-BE49-F238E27FC236}">
                <a16:creationId xmlns:a16="http://schemas.microsoft.com/office/drawing/2014/main" id="{58190787-969A-0913-6F9F-5B1310FC9333}"/>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endParaRPr lang="en-IN" b="1" dirty="0"/>
          </a:p>
          <a:p>
            <a:pPr marL="285750" lvl="0" indent="-285750">
              <a:buFont typeface="Wingdings" panose="05000000000000000000" pitchFamily="2" charset="2"/>
              <a:buChar char="Ø"/>
            </a:pPr>
            <a:r>
              <a:rPr lang="en-IN" dirty="0"/>
              <a:t>Amazon EMR </a:t>
            </a:r>
          </a:p>
          <a:p>
            <a:pPr marL="285750" lvl="0" indent="-285750">
              <a:buFont typeface="Wingdings" panose="05000000000000000000" pitchFamily="2" charset="2"/>
              <a:buChar char="Ø"/>
            </a:pPr>
            <a:r>
              <a:rPr lang="en-IN" dirty="0"/>
              <a:t>Big data processing </a:t>
            </a:r>
          </a:p>
          <a:p>
            <a:pPr marL="285750" lvl="0" indent="-285750">
              <a:buFont typeface="Wingdings" panose="05000000000000000000" pitchFamily="2" charset="2"/>
              <a:buChar char="Ø"/>
            </a:pPr>
            <a:r>
              <a:rPr lang="en-IN" dirty="0"/>
              <a:t>Distributed computing </a:t>
            </a:r>
          </a:p>
          <a:p>
            <a:pPr marL="285750" lvl="0" indent="-285750">
              <a:buFont typeface="Wingdings" panose="05000000000000000000" pitchFamily="2" charset="2"/>
              <a:buChar char="Ø"/>
            </a:pPr>
            <a:r>
              <a:rPr lang="en-IN" dirty="0"/>
              <a:t>Hadoop ecosystem </a:t>
            </a:r>
          </a:p>
          <a:p>
            <a:pPr marL="285750" lvl="0" indent="-285750">
              <a:buFont typeface="Wingdings" panose="05000000000000000000" pitchFamily="2" charset="2"/>
              <a:buChar char="Ø"/>
            </a:pPr>
            <a:r>
              <a:rPr lang="en-IN" dirty="0"/>
              <a:t>Large-scale datasets</a:t>
            </a:r>
          </a:p>
          <a:p>
            <a:pPr marL="285750" indent="-285750">
              <a:buFont typeface="Wingdings" panose="05000000000000000000" pitchFamily="2" charset="2"/>
              <a:buChar char="Ø"/>
            </a:pPr>
            <a:endParaRPr lang="en-IN" dirty="0"/>
          </a:p>
          <a:p>
            <a:r>
              <a:rPr lang="en-IN" b="1" dirty="0"/>
              <a:t>Description</a:t>
            </a:r>
          </a:p>
          <a:p>
            <a:r>
              <a:rPr lang="en-IN" dirty="0"/>
              <a:t>Amazon EMR is an AWS service for processing large amounts of data using distributed data-processing frameworks. It supports technologies such as Hadoop and Apache Spark.</a:t>
            </a:r>
          </a:p>
        </p:txBody>
      </p:sp>
      <p:pic>
        <p:nvPicPr>
          <p:cNvPr id="3" name="Picture 2" descr="The image illustrates a diagram that outlines various Amazon Web Services (AWS) offerings, including Amazon Aurora, DynamoDB, Athena, S3, AWS Glue, Splunk, Redshift, and other related services.&#10;&#10;AI-generated content may be incorrect.">
            <a:extLst>
              <a:ext uri="{FF2B5EF4-FFF2-40B4-BE49-F238E27FC236}">
                <a16:creationId xmlns:a16="http://schemas.microsoft.com/office/drawing/2014/main" id="{53983595-6995-B655-AE9D-942A278C159D}"/>
              </a:ext>
            </a:extLst>
          </p:cNvPr>
          <p:cNvPicPr>
            <a:picLocks noChangeAspect="1"/>
          </p:cNvPicPr>
          <p:nvPr/>
        </p:nvPicPr>
        <p:blipFill>
          <a:blip r:embed="rId2"/>
          <a:stretch>
            <a:fillRect/>
          </a:stretch>
        </p:blipFill>
        <p:spPr>
          <a:xfrm>
            <a:off x="4800759" y="962602"/>
            <a:ext cx="6287377" cy="2751642"/>
          </a:xfrm>
          <a:prstGeom prst="rect">
            <a:avLst/>
          </a:prstGeom>
        </p:spPr>
      </p:pic>
    </p:spTree>
    <p:extLst>
      <p:ext uri="{BB962C8B-B14F-4D97-AF65-F5344CB8AC3E}">
        <p14:creationId xmlns:p14="http://schemas.microsoft.com/office/powerpoint/2010/main" val="429049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A729299-2ACE-58EE-C6A2-9612CF07C785}"/>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Elastic MapReduce and Hadoop Overview</a:t>
            </a:r>
          </a:p>
        </p:txBody>
      </p:sp>
      <p:sp>
        <p:nvSpPr>
          <p:cNvPr id="8" name="TextBox 7">
            <a:extLst>
              <a:ext uri="{FF2B5EF4-FFF2-40B4-BE49-F238E27FC236}">
                <a16:creationId xmlns:a16="http://schemas.microsoft.com/office/drawing/2014/main" id="{C7513FB3-E6AA-239A-7A9B-384CC113B573}"/>
              </a:ext>
            </a:extLst>
          </p:cNvPr>
          <p:cNvSpPr txBox="1"/>
          <p:nvPr/>
        </p:nvSpPr>
        <p:spPr>
          <a:xfrm>
            <a:off x="1103864" y="1530048"/>
            <a:ext cx="8119649" cy="3693319"/>
          </a:xfrm>
          <a:prstGeom prst="rect">
            <a:avLst/>
          </a:prstGeom>
          <a:noFill/>
        </p:spPr>
        <p:txBody>
          <a:bodyPr wrap="square" rtlCol="0">
            <a:spAutoFit/>
          </a:bodyPr>
          <a:lstStyle/>
          <a:p>
            <a:r>
              <a:rPr lang="en-US" b="1" dirty="0"/>
              <a:t>Main Features</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Elastic MapReduce </a:t>
            </a:r>
          </a:p>
          <a:p>
            <a:pPr marL="285750" lvl="0" indent="-285750">
              <a:buFont typeface="Wingdings" panose="05000000000000000000" pitchFamily="2" charset="2"/>
              <a:buChar char="Ø"/>
            </a:pPr>
            <a:r>
              <a:rPr lang="en-IN" dirty="0"/>
              <a:t>Hadoop </a:t>
            </a:r>
          </a:p>
          <a:p>
            <a:pPr marL="285750" lvl="0" indent="-285750">
              <a:buFont typeface="Wingdings" panose="05000000000000000000" pitchFamily="2" charset="2"/>
              <a:buChar char="Ø"/>
            </a:pPr>
            <a:r>
              <a:rPr lang="en-IN" dirty="0"/>
              <a:t>Distributed processing </a:t>
            </a:r>
          </a:p>
          <a:p>
            <a:pPr marL="285750" lvl="0" indent="-285750">
              <a:buFont typeface="Wingdings" panose="05000000000000000000" pitchFamily="2" charset="2"/>
              <a:buChar char="Ø"/>
            </a:pPr>
            <a:r>
              <a:rPr lang="en-IN" dirty="0"/>
              <a:t>MapReduce </a:t>
            </a:r>
          </a:p>
          <a:p>
            <a:pPr marL="285750" lvl="0" indent="-285750">
              <a:buFont typeface="Wingdings" panose="05000000000000000000" pitchFamily="2" charset="2"/>
              <a:buChar char="Ø"/>
            </a:pPr>
            <a:r>
              <a:rPr lang="en-IN" dirty="0"/>
              <a:t>Big data</a:t>
            </a:r>
          </a:p>
          <a:p>
            <a:pPr marL="285750" lvl="0" indent="-285750">
              <a:buFont typeface="Wingdings" panose="05000000000000000000" pitchFamily="2" charset="2"/>
              <a:buChar char="Ø"/>
            </a:pPr>
            <a:endParaRPr lang="en-IN" dirty="0"/>
          </a:p>
          <a:p>
            <a:r>
              <a:rPr lang="en-IN" b="1" dirty="0"/>
              <a:t>Description</a:t>
            </a:r>
          </a:p>
          <a:p>
            <a:r>
              <a:rPr lang="en-IN" dirty="0"/>
              <a:t>Elastic MapReduce, commonly known as EMR, provides a managed environment for big-data processing. Hadoop is a distributed processing ecosystem designed to work with large datasets across multiple computing resources.</a:t>
            </a:r>
          </a:p>
        </p:txBody>
      </p:sp>
      <p:pic>
        <p:nvPicPr>
          <p:cNvPr id="3" name="Picture 2" descr="The image illustrates a workflow diagram for a distributed file processing system, detailing the process of submitting a job, assigning tasks, and handling data partitioning, reduction, and mapping through various stages and regions.&#10;&#10;AI-generated content may be incorrect.">
            <a:extLst>
              <a:ext uri="{FF2B5EF4-FFF2-40B4-BE49-F238E27FC236}">
                <a16:creationId xmlns:a16="http://schemas.microsoft.com/office/drawing/2014/main" id="{2F9EEEB6-8A72-50D3-39BF-FA5888456EB6}"/>
              </a:ext>
            </a:extLst>
          </p:cNvPr>
          <p:cNvPicPr>
            <a:picLocks noChangeAspect="1"/>
          </p:cNvPicPr>
          <p:nvPr/>
        </p:nvPicPr>
        <p:blipFill>
          <a:blip r:embed="rId2"/>
          <a:stretch>
            <a:fillRect/>
          </a:stretch>
        </p:blipFill>
        <p:spPr>
          <a:xfrm>
            <a:off x="4688846" y="970059"/>
            <a:ext cx="6249272" cy="2926080"/>
          </a:xfrm>
          <a:prstGeom prst="rect">
            <a:avLst/>
          </a:prstGeom>
        </p:spPr>
      </p:pic>
    </p:spTree>
    <p:extLst>
      <p:ext uri="{BB962C8B-B14F-4D97-AF65-F5344CB8AC3E}">
        <p14:creationId xmlns:p14="http://schemas.microsoft.com/office/powerpoint/2010/main" val="673386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E9BB1F-D11A-87CE-826B-6EC136FE52B4}"/>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EMR Serverless</a:t>
            </a:r>
          </a:p>
        </p:txBody>
      </p:sp>
      <p:sp>
        <p:nvSpPr>
          <p:cNvPr id="8" name="TextBox 7">
            <a:extLst>
              <a:ext uri="{FF2B5EF4-FFF2-40B4-BE49-F238E27FC236}">
                <a16:creationId xmlns:a16="http://schemas.microsoft.com/office/drawing/2014/main" id="{5A15F547-5740-9FD8-A1BB-400740D9130A}"/>
              </a:ext>
            </a:extLst>
          </p:cNvPr>
          <p:cNvSpPr txBox="1"/>
          <p:nvPr/>
        </p:nvSpPr>
        <p:spPr>
          <a:xfrm>
            <a:off x="1103864" y="1530048"/>
            <a:ext cx="8119649" cy="3693319"/>
          </a:xfrm>
          <a:prstGeom prst="rect">
            <a:avLst/>
          </a:prstGeom>
          <a:noFill/>
        </p:spPr>
        <p:txBody>
          <a:bodyPr wrap="square" rtlCol="0">
            <a:spAutoFit/>
          </a:bodyPr>
          <a:lstStyle/>
          <a:p>
            <a:r>
              <a:rPr lang="en-US" b="1" dirty="0"/>
              <a:t>Main Features</a:t>
            </a:r>
          </a:p>
          <a:p>
            <a:endParaRPr lang="en-IN" b="1" dirty="0"/>
          </a:p>
          <a:p>
            <a:pPr marL="285750" lvl="0" indent="-285750">
              <a:buFont typeface="Wingdings" panose="05000000000000000000" pitchFamily="2" charset="2"/>
              <a:buChar char="Ø"/>
            </a:pPr>
            <a:r>
              <a:rPr lang="en-IN" dirty="0"/>
              <a:t>Serverless data processing </a:t>
            </a:r>
          </a:p>
          <a:p>
            <a:pPr marL="285750" lvl="0" indent="-285750">
              <a:buFont typeface="Wingdings" panose="05000000000000000000" pitchFamily="2" charset="2"/>
              <a:buChar char="Ø"/>
            </a:pPr>
            <a:r>
              <a:rPr lang="en-IN" dirty="0"/>
              <a:t>Amazon EMR </a:t>
            </a:r>
          </a:p>
          <a:p>
            <a:pPr marL="285750" lvl="0" indent="-285750">
              <a:buFont typeface="Wingdings" panose="05000000000000000000" pitchFamily="2" charset="2"/>
              <a:buChar char="Ø"/>
            </a:pPr>
            <a:r>
              <a:rPr lang="en-IN" dirty="0"/>
              <a:t>Automatic resource management </a:t>
            </a:r>
          </a:p>
          <a:p>
            <a:pPr marL="285750" lvl="0" indent="-285750">
              <a:buFont typeface="Wingdings" panose="05000000000000000000" pitchFamily="2" charset="2"/>
              <a:buChar char="Ø"/>
            </a:pPr>
            <a:r>
              <a:rPr lang="en-IN" dirty="0"/>
              <a:t>Data-processing applications </a:t>
            </a:r>
          </a:p>
          <a:p>
            <a:pPr marL="285750" lvl="0" indent="-285750">
              <a:buFont typeface="Wingdings" panose="05000000000000000000" pitchFamily="2" charset="2"/>
              <a:buChar char="Ø"/>
            </a:pPr>
            <a:r>
              <a:rPr lang="en-IN" dirty="0"/>
              <a:t>Scalability</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r>
              <a:rPr lang="en-IN" b="1" dirty="0"/>
              <a:t>Description</a:t>
            </a:r>
          </a:p>
          <a:p>
            <a:r>
              <a:rPr lang="en-IN" dirty="0"/>
              <a:t>EMR Serverless provides a way to run data-processing applications without managing clusters manually. It can automatically provide the resources required for processing workloads.</a:t>
            </a:r>
          </a:p>
        </p:txBody>
      </p:sp>
      <p:pic>
        <p:nvPicPr>
          <p:cNvPr id="6" name="Picture 5" descr="The image illustrates a flowchart for managing AWS Data Pipelines, starting with instance and cluster determination, creating an application, submitting jobs, and terminating clusters, with branches for EC2 and EMR Serverless services.&#10;&#10;AI-generated content may be incorrect.">
            <a:extLst>
              <a:ext uri="{FF2B5EF4-FFF2-40B4-BE49-F238E27FC236}">
                <a16:creationId xmlns:a16="http://schemas.microsoft.com/office/drawing/2014/main" id="{292ADDE3-E392-D073-CBD6-3509B7F89B18}"/>
              </a:ext>
            </a:extLst>
          </p:cNvPr>
          <p:cNvPicPr>
            <a:picLocks noChangeAspect="1"/>
          </p:cNvPicPr>
          <p:nvPr/>
        </p:nvPicPr>
        <p:blipFill>
          <a:blip r:embed="rId2"/>
          <a:stretch>
            <a:fillRect/>
          </a:stretch>
        </p:blipFill>
        <p:spPr>
          <a:xfrm>
            <a:off x="5307205" y="970058"/>
            <a:ext cx="5934903" cy="3149533"/>
          </a:xfrm>
          <a:prstGeom prst="rect">
            <a:avLst/>
          </a:prstGeom>
        </p:spPr>
      </p:pic>
    </p:spTree>
    <p:extLst>
      <p:ext uri="{BB962C8B-B14F-4D97-AF65-F5344CB8AC3E}">
        <p14:creationId xmlns:p14="http://schemas.microsoft.com/office/powerpoint/2010/main" val="185974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AB10154-5B1F-CDF6-8A0B-5907AA107CB2}"/>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Apache Spark on EMR</a:t>
            </a:r>
          </a:p>
        </p:txBody>
      </p:sp>
      <p:sp>
        <p:nvSpPr>
          <p:cNvPr id="8" name="TextBox 7">
            <a:extLst>
              <a:ext uri="{FF2B5EF4-FFF2-40B4-BE49-F238E27FC236}">
                <a16:creationId xmlns:a16="http://schemas.microsoft.com/office/drawing/2014/main" id="{8556B45E-E369-FDDD-CF47-5215D36249D5}"/>
              </a:ext>
            </a:extLst>
          </p:cNvPr>
          <p:cNvSpPr txBox="1"/>
          <p:nvPr/>
        </p:nvSpPr>
        <p:spPr>
          <a:xfrm>
            <a:off x="1103864" y="1530048"/>
            <a:ext cx="8119649" cy="3693319"/>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Apache Spark </a:t>
            </a:r>
          </a:p>
          <a:p>
            <a:pPr marL="285750" lvl="0" indent="-285750">
              <a:buFont typeface="Wingdings" panose="05000000000000000000" pitchFamily="2" charset="2"/>
              <a:buChar char="Ø"/>
            </a:pPr>
            <a:r>
              <a:rPr lang="en-IN" dirty="0"/>
              <a:t>Distributed processing </a:t>
            </a:r>
          </a:p>
          <a:p>
            <a:pPr marL="285750" lvl="0" indent="-285750">
              <a:buFont typeface="Wingdings" panose="05000000000000000000" pitchFamily="2" charset="2"/>
              <a:buChar char="Ø"/>
            </a:pPr>
            <a:r>
              <a:rPr lang="en-IN" dirty="0"/>
              <a:t>Data transformation </a:t>
            </a:r>
          </a:p>
          <a:p>
            <a:pPr marL="285750" lvl="0" indent="-285750">
              <a:buFont typeface="Wingdings" panose="05000000000000000000" pitchFamily="2" charset="2"/>
              <a:buChar char="Ø"/>
            </a:pPr>
            <a:r>
              <a:rPr lang="en-IN" dirty="0"/>
              <a:t>Analytics </a:t>
            </a:r>
          </a:p>
          <a:p>
            <a:pPr marL="285750" lvl="0" indent="-285750">
              <a:buFont typeface="Wingdings" panose="05000000000000000000" pitchFamily="2" charset="2"/>
              <a:buChar char="Ø"/>
            </a:pPr>
            <a:r>
              <a:rPr lang="en-IN" dirty="0"/>
              <a:t>Amazon EMR</a:t>
            </a:r>
          </a:p>
          <a:p>
            <a:pPr marL="285750" indent="-285750">
              <a:buFont typeface="Wingdings" panose="05000000000000000000" pitchFamily="2" charset="2"/>
              <a:buChar char="Ø"/>
            </a:pPr>
            <a:endParaRPr lang="en-US" dirty="0"/>
          </a:p>
          <a:p>
            <a:r>
              <a:rPr lang="en-US" b="1" dirty="0"/>
              <a:t>Description</a:t>
            </a:r>
          </a:p>
          <a:p>
            <a:endParaRPr lang="en-US" b="1" dirty="0"/>
          </a:p>
          <a:p>
            <a:r>
              <a:rPr lang="en-IN" dirty="0"/>
              <a:t>Apache Spark is a distributed data-processing framework that can be used with Amazon EMR. Spark can process large datasets and support data transformation, analytics, and machine learning workflows.</a:t>
            </a:r>
            <a:endParaRPr lang="en-US" b="1" dirty="0"/>
          </a:p>
        </p:txBody>
      </p:sp>
      <p:pic>
        <p:nvPicPr>
          <p:cNvPr id="3" name="Picture 2" descr="The diagram illustrates an Apache Spark upgrade process involving various components such as MCP Client, Amazon EMR, and AWS services, detailing steps for planning, building, testing, and validating the upgrade.&#10;&#10;AI-generated content may be incorrect.">
            <a:extLst>
              <a:ext uri="{FF2B5EF4-FFF2-40B4-BE49-F238E27FC236}">
                <a16:creationId xmlns:a16="http://schemas.microsoft.com/office/drawing/2014/main" id="{914EBFBF-3969-6EB7-E886-049B9929F436}"/>
              </a:ext>
            </a:extLst>
          </p:cNvPr>
          <p:cNvPicPr>
            <a:picLocks noChangeAspect="1"/>
          </p:cNvPicPr>
          <p:nvPr/>
        </p:nvPicPr>
        <p:blipFill>
          <a:blip r:embed="rId2"/>
          <a:stretch>
            <a:fillRect/>
          </a:stretch>
        </p:blipFill>
        <p:spPr>
          <a:xfrm>
            <a:off x="4498472" y="903151"/>
            <a:ext cx="6820852" cy="3334215"/>
          </a:xfrm>
          <a:prstGeom prst="rect">
            <a:avLst/>
          </a:prstGeom>
        </p:spPr>
      </p:pic>
    </p:spTree>
    <p:extLst>
      <p:ext uri="{BB962C8B-B14F-4D97-AF65-F5344CB8AC3E}">
        <p14:creationId xmlns:p14="http://schemas.microsoft.com/office/powerpoint/2010/main" val="3324089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BC586FC-1536-D972-9800-FC3325CA0D78}"/>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Spark Data Processing Workflow</a:t>
            </a:r>
          </a:p>
        </p:txBody>
      </p:sp>
      <p:sp>
        <p:nvSpPr>
          <p:cNvPr id="8" name="TextBox 7">
            <a:extLst>
              <a:ext uri="{FF2B5EF4-FFF2-40B4-BE49-F238E27FC236}">
                <a16:creationId xmlns:a16="http://schemas.microsoft.com/office/drawing/2014/main" id="{A44AD5BB-4857-8D6E-7B01-3A12B2AB7011}"/>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Input data </a:t>
            </a:r>
          </a:p>
          <a:p>
            <a:pPr marL="285750" lvl="0" indent="-285750">
              <a:buFont typeface="Wingdings" panose="05000000000000000000" pitchFamily="2" charset="2"/>
              <a:buChar char="Ø"/>
            </a:pPr>
            <a:r>
              <a:rPr lang="en-IN" dirty="0"/>
              <a:t>Spark processing </a:t>
            </a:r>
          </a:p>
          <a:p>
            <a:pPr marL="285750" lvl="0" indent="-285750">
              <a:buFont typeface="Wingdings" panose="05000000000000000000" pitchFamily="2" charset="2"/>
              <a:buChar char="Ø"/>
            </a:pPr>
            <a:r>
              <a:rPr lang="en-IN" dirty="0"/>
              <a:t>Transformation </a:t>
            </a:r>
          </a:p>
          <a:p>
            <a:pPr marL="285750" lvl="0" indent="-285750">
              <a:buFont typeface="Wingdings" panose="05000000000000000000" pitchFamily="2" charset="2"/>
              <a:buChar char="Ø"/>
            </a:pPr>
            <a:r>
              <a:rPr lang="en-IN" dirty="0"/>
              <a:t>Analysis </a:t>
            </a:r>
          </a:p>
          <a:p>
            <a:pPr marL="285750" lvl="0" indent="-285750">
              <a:buFont typeface="Wingdings" panose="05000000000000000000" pitchFamily="2" charset="2"/>
              <a:buChar char="Ø"/>
            </a:pPr>
            <a:r>
              <a:rPr lang="en-IN" dirty="0"/>
              <a:t>Output data </a:t>
            </a:r>
          </a:p>
          <a:p>
            <a:endParaRPr lang="en-IN" dirty="0"/>
          </a:p>
          <a:p>
            <a:r>
              <a:rPr lang="en-IN" b="1" dirty="0"/>
              <a:t>Description</a:t>
            </a:r>
          </a:p>
          <a:p>
            <a:r>
              <a:rPr lang="en-IN" dirty="0"/>
              <a:t>A Spark workflow can receive input data, perform transformations and computations, and produce processed output. This workflow allows large datasets to be processed using distributed computing.</a:t>
            </a:r>
          </a:p>
        </p:txBody>
      </p:sp>
    </p:spTree>
    <p:extLst>
      <p:ext uri="{BB962C8B-B14F-4D97-AF65-F5344CB8AC3E}">
        <p14:creationId xmlns:p14="http://schemas.microsoft.com/office/powerpoint/2010/main" val="4261812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1BD7516-7145-1E87-2B75-069958BF6294}"/>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Feature Engineering</a:t>
            </a:r>
          </a:p>
        </p:txBody>
      </p:sp>
      <p:sp>
        <p:nvSpPr>
          <p:cNvPr id="8" name="TextBox 7">
            <a:extLst>
              <a:ext uri="{FF2B5EF4-FFF2-40B4-BE49-F238E27FC236}">
                <a16:creationId xmlns:a16="http://schemas.microsoft.com/office/drawing/2014/main" id="{76F90712-F305-46B7-6DAD-26942F7F2B41}"/>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Feature engineering </a:t>
            </a:r>
          </a:p>
          <a:p>
            <a:pPr marL="285750" lvl="0" indent="-285750">
              <a:buFont typeface="Wingdings" panose="05000000000000000000" pitchFamily="2" charset="2"/>
              <a:buChar char="Ø"/>
            </a:pPr>
            <a:r>
              <a:rPr lang="en-IN" dirty="0"/>
              <a:t>Machine learning data </a:t>
            </a:r>
          </a:p>
          <a:p>
            <a:pPr marL="285750" lvl="0" indent="-285750">
              <a:buFont typeface="Wingdings" panose="05000000000000000000" pitchFamily="2" charset="2"/>
              <a:buChar char="Ø"/>
            </a:pPr>
            <a:r>
              <a:rPr lang="en-IN" dirty="0"/>
              <a:t>Feature creation </a:t>
            </a:r>
          </a:p>
          <a:p>
            <a:pPr marL="285750" lvl="0" indent="-285750">
              <a:buFont typeface="Wingdings" panose="05000000000000000000" pitchFamily="2" charset="2"/>
              <a:buChar char="Ø"/>
            </a:pPr>
            <a:r>
              <a:rPr lang="en-IN" dirty="0"/>
              <a:t>Data preparation </a:t>
            </a:r>
          </a:p>
          <a:p>
            <a:pPr marL="285750" lvl="0" indent="-285750">
              <a:buFont typeface="Wingdings" panose="05000000000000000000" pitchFamily="2" charset="2"/>
              <a:buChar char="Ø"/>
            </a:pPr>
            <a:r>
              <a:rPr lang="en-IN" dirty="0"/>
              <a:t>Model inputs</a:t>
            </a:r>
          </a:p>
          <a:p>
            <a:pPr marL="285750" indent="-285750">
              <a:buFont typeface="Wingdings" panose="05000000000000000000" pitchFamily="2" charset="2"/>
              <a:buChar char="Ø"/>
            </a:pPr>
            <a:endParaRPr lang="en-US" dirty="0"/>
          </a:p>
          <a:p>
            <a:r>
              <a:rPr lang="en-US" b="1" dirty="0"/>
              <a:t>Description</a:t>
            </a:r>
          </a:p>
          <a:p>
            <a:r>
              <a:rPr lang="en-IN" dirty="0"/>
              <a:t>Feature engineering involves preparing and creating useful features from existing data. These features can be used as inputs for machine learning models and can influence the quality of model training.</a:t>
            </a:r>
            <a:endParaRPr lang="en-US" b="1" dirty="0"/>
          </a:p>
        </p:txBody>
      </p:sp>
      <p:pic>
        <p:nvPicPr>
          <p:cNvPr id="3" name="Picture 2" descr="The diagram illustrates a continuous machine learning pipeline with key steps including data monitoring, collection, preprocessing, model selection, feature engineering, testing, and deployment.&#10;&#10;AI-generated content may be incorrect.">
            <a:extLst>
              <a:ext uri="{FF2B5EF4-FFF2-40B4-BE49-F238E27FC236}">
                <a16:creationId xmlns:a16="http://schemas.microsoft.com/office/drawing/2014/main" id="{F5590A89-E708-42F5-09AA-ED25A79417D8}"/>
              </a:ext>
            </a:extLst>
          </p:cNvPr>
          <p:cNvPicPr>
            <a:picLocks noChangeAspect="1"/>
          </p:cNvPicPr>
          <p:nvPr/>
        </p:nvPicPr>
        <p:blipFill>
          <a:blip r:embed="rId3"/>
          <a:stretch>
            <a:fillRect/>
          </a:stretch>
        </p:blipFill>
        <p:spPr>
          <a:xfrm>
            <a:off x="4647590" y="901754"/>
            <a:ext cx="6363588" cy="3089801"/>
          </a:xfrm>
          <a:prstGeom prst="rect">
            <a:avLst/>
          </a:prstGeom>
        </p:spPr>
      </p:pic>
    </p:spTree>
    <p:extLst>
      <p:ext uri="{BB962C8B-B14F-4D97-AF65-F5344CB8AC3E}">
        <p14:creationId xmlns:p14="http://schemas.microsoft.com/office/powerpoint/2010/main" val="2233627133"/>
      </p:ext>
    </p:extLst>
  </p:cSld>
  <p:clrMapOvr>
    <a:masterClrMapping/>
  </p:clrMapOvr>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135656-72CC-4564-823F-B30D02996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3667383-B7F3-43FC-8965-135FDDEABCC5}">
  <ds:schemaRefs>
    <ds:schemaRef ds:uri="http://schemas.microsoft.com/sharepoint/v3/contenttype/forms"/>
  </ds:schemaRefs>
</ds:datastoreItem>
</file>

<file path=customXml/itemProps3.xml><?xml version="1.0" encoding="utf-8"?>
<ds:datastoreItem xmlns:ds="http://schemas.openxmlformats.org/officeDocument/2006/customXml" ds:itemID="{BD6282DC-5D67-4C19-9A05-C65D9BF7BC7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{EAC1584E-BD28-47EF-9630-F926C5E5F6FA}05f950ec-c865-457c-93ae-9eb2ef1c603f-TFa19fa653-f273-4169-96ef-448bb1cd1027_win32</Template>
  <TotalTime>985</TotalTime>
  <Words>447</Words>
  <Application>Microsoft Office PowerPoint</Application>
  <PresentationFormat>Widescreen</PresentationFormat>
  <Paragraphs>109</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Neue Haas Grotesk Text Pro</vt:lpstr>
      <vt:lpstr>Wingdings</vt:lpstr>
      <vt:lpstr>OasisVTI</vt:lpstr>
      <vt:lpstr>PowerPoint Presentation</vt:lpstr>
      <vt:lpstr>Data Transformation, EMR, Hadoop &amp; Apache Spark</vt:lpstr>
      <vt:lpstr>Introduction to Data Transformation</vt:lpstr>
      <vt:lpstr>Data Integrity</vt:lpstr>
      <vt:lpstr>Amazon EMR</vt:lpstr>
      <vt:lpstr>Elastic MapReduce and Hadoop Overview</vt:lpstr>
      <vt:lpstr>EMR Serverless</vt:lpstr>
      <vt:lpstr>Apache Spark on EMR</vt:lpstr>
      <vt:lpstr>Spark Data Processing Workflow</vt:lpstr>
      <vt:lpstr>Feature Engineering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 Mahadeva</dc:creator>
  <cp:lastModifiedBy>Naga Mahadeva</cp:lastModifiedBy>
  <cp:revision>1</cp:revision>
  <dcterms:created xsi:type="dcterms:W3CDTF">2026-05-22T01:39:06Z</dcterms:created>
  <dcterms:modified xsi:type="dcterms:W3CDTF">2026-10-02T19:29:20Z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